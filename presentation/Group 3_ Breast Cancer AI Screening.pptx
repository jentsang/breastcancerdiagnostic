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Merriweather Ligh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Lato Light"/>
      <p:regular r:id="rId30"/>
      <p:bold r:id="rId31"/>
      <p:italic r:id="rId32"/>
      <p:boldItalic r:id="rId33"/>
    </p:embeddedFont>
    <p:embeddedFont>
      <p:font typeface="Merriweather Black"/>
      <p:bold r:id="rId34"/>
      <p:boldItalic r:id="rId35"/>
    </p:embeddedFont>
    <p:embeddedFont>
      <p:font typeface="Merriweather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Light-bold.fntdata"/><Relationship Id="rId30" Type="http://schemas.openxmlformats.org/officeDocument/2006/relationships/font" Target="fonts/LatoLight-regular.fntdata"/><Relationship Id="rId33" Type="http://schemas.openxmlformats.org/officeDocument/2006/relationships/font" Target="fonts/LatoLight-boldItalic.fntdata"/><Relationship Id="rId32" Type="http://schemas.openxmlformats.org/officeDocument/2006/relationships/font" Target="fonts/LatoLight-italic.fntdata"/><Relationship Id="rId35" Type="http://schemas.openxmlformats.org/officeDocument/2006/relationships/font" Target="fonts/MerriweatherBlack-boldItalic.fntdata"/><Relationship Id="rId34" Type="http://schemas.openxmlformats.org/officeDocument/2006/relationships/font" Target="fonts/MerriweatherBlack-bold.fntdata"/><Relationship Id="rId37" Type="http://schemas.openxmlformats.org/officeDocument/2006/relationships/font" Target="fonts/Merriweather-bold.fntdata"/><Relationship Id="rId36" Type="http://schemas.openxmlformats.org/officeDocument/2006/relationships/font" Target="fonts/Merriweather-regular.fntdata"/><Relationship Id="rId39" Type="http://schemas.openxmlformats.org/officeDocument/2006/relationships/font" Target="fonts/Merriweather-boldItalic.fntdata"/><Relationship Id="rId38" Type="http://schemas.openxmlformats.org/officeDocument/2006/relationships/font" Target="fonts/Merriweather-italic.fntdata"/><Relationship Id="rId20" Type="http://schemas.openxmlformats.org/officeDocument/2006/relationships/slide" Target="slides/slide16.xml"/><Relationship Id="rId22" Type="http://schemas.openxmlformats.org/officeDocument/2006/relationships/font" Target="fonts/MerriweatherLight-regular.fntdata"/><Relationship Id="rId21" Type="http://schemas.openxmlformats.org/officeDocument/2006/relationships/slide" Target="slides/slide17.xml"/><Relationship Id="rId24" Type="http://schemas.openxmlformats.org/officeDocument/2006/relationships/font" Target="fonts/MerriweatherLight-italic.fntdata"/><Relationship Id="rId23" Type="http://schemas.openxmlformats.org/officeDocument/2006/relationships/font" Target="fonts/MerriweatherLight-bold.fntdata"/><Relationship Id="rId26" Type="http://schemas.openxmlformats.org/officeDocument/2006/relationships/font" Target="fonts/Lato-regular.fntdata"/><Relationship Id="rId25" Type="http://schemas.openxmlformats.org/officeDocument/2006/relationships/font" Target="fonts/MerriweatherLigh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29" Type="http://schemas.openxmlformats.org/officeDocument/2006/relationships/font" Target="fonts/La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c56ca83fe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c56ca83fe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c04b1e0ed0_0_29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c04b1e0ed0_0_29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bfb3bce0e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bfb3bce0e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c56ca83fe3_1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c56ca83fe3_1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bfb3bce0e6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bfb3bce0e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c074699c99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c074699c99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c56ca83fe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c56ca83fe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c56ca83fe3_1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c56ca83fe3_1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c56ca83fe3_1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c56ca83fe3_1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56ca83fe3_1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c56ca83fe3_1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c04b1e0ed0_0_29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c04b1e0ed0_0_29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c56ca83fe3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c56ca83fe3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bff3c58cf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bff3c58cf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c56ca83fe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c56ca83fe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56ca83fe3_1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c56ca83fe3_1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c56ca83fe3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c56ca83fe3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rot="991978">
            <a:off x="3850742" y="750812"/>
            <a:ext cx="6596272" cy="4916447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2475446">
            <a:off x="-456879" y="416975"/>
            <a:ext cx="4979835" cy="39333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21673" y="3062726"/>
            <a:ext cx="979555" cy="959400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475098" y="1291076"/>
            <a:ext cx="979555" cy="959400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5197000" y="2205475"/>
            <a:ext cx="3112800" cy="12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5197000" y="3574450"/>
            <a:ext cx="2958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 rot="9167319">
            <a:off x="1435325" y="481139"/>
            <a:ext cx="6273352" cy="4954844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4661550" y="3423075"/>
            <a:ext cx="23775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61550" y="2408875"/>
            <a:ext cx="237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4661550" y="1924525"/>
            <a:ext cx="12213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4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555650" y="1407250"/>
            <a:ext cx="6032700" cy="29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9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9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9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9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9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9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9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9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 txBox="1"/>
          <p:nvPr>
            <p:ph type="ctrTitle"/>
          </p:nvPr>
        </p:nvSpPr>
        <p:spPr>
          <a:xfrm>
            <a:off x="1608662" y="3290250"/>
            <a:ext cx="23157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608662" y="3620526"/>
            <a:ext cx="23157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2" type="ctrTitle"/>
          </p:nvPr>
        </p:nvSpPr>
        <p:spPr>
          <a:xfrm>
            <a:off x="5219631" y="3290250"/>
            <a:ext cx="23157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32" name="Google Shape;32;p5"/>
          <p:cNvSpPr txBox="1"/>
          <p:nvPr>
            <p:ph idx="3" type="subTitle"/>
          </p:nvPr>
        </p:nvSpPr>
        <p:spPr>
          <a:xfrm>
            <a:off x="5219631" y="3620513"/>
            <a:ext cx="23157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4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/>
          <p:nvPr/>
        </p:nvSpPr>
        <p:spPr>
          <a:xfrm rot="7923033">
            <a:off x="5332222" y="1693848"/>
            <a:ext cx="2090483" cy="1651894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 rot="7923033">
            <a:off x="1876947" y="1606098"/>
            <a:ext cx="2090483" cy="1651894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"/>
          <p:cNvSpPr/>
          <p:nvPr/>
        </p:nvSpPr>
        <p:spPr>
          <a:xfrm flipH="1" rot="-1982717">
            <a:off x="-1668985" y="-2117979"/>
            <a:ext cx="4980664" cy="393333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 flipH="1"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 rot="-9913928">
            <a:off x="-1745184" y="-194332"/>
            <a:ext cx="6263990" cy="494861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5523975" y="3126024"/>
            <a:ext cx="27234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5523975" y="1993625"/>
            <a:ext cx="272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 rot="-1799859">
            <a:off x="627260" y="-345675"/>
            <a:ext cx="6883673" cy="5438201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1489000" y="1202850"/>
            <a:ext cx="4004100" cy="179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1489000" y="2996850"/>
            <a:ext cx="40041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" name="Google Shape;49;p8"/>
          <p:cNvSpPr/>
          <p:nvPr/>
        </p:nvSpPr>
        <p:spPr>
          <a:xfrm flipH="1" rot="10800000">
            <a:off x="7767048" y="3841521"/>
            <a:ext cx="979555" cy="959400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2544450" y="544200"/>
            <a:ext cx="4055100" cy="4055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3210300" y="2456349"/>
            <a:ext cx="27234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070750" y="1823150"/>
            <a:ext cx="500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 rot="-9913928">
            <a:off x="-1897584" y="1616268"/>
            <a:ext cx="6263990" cy="494861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640359" y="2822108"/>
            <a:ext cx="318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/>
        </p:nvSpPr>
        <p:spPr>
          <a:xfrm rot="-1799911">
            <a:off x="359435" y="-901845"/>
            <a:ext cx="8291506" cy="6550540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 rot="-4870190">
            <a:off x="5337299" y="1932666"/>
            <a:ext cx="4980187" cy="393343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 rot="-4870190">
            <a:off x="-2430801" y="-1151684"/>
            <a:ext cx="4980187" cy="393343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>
            <p:ph hasCustomPrompt="1" type="title"/>
          </p:nvPr>
        </p:nvSpPr>
        <p:spPr>
          <a:xfrm>
            <a:off x="1812750" y="1274750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idx="2" type="ctrTitle"/>
          </p:nvPr>
        </p:nvSpPr>
        <p:spPr>
          <a:xfrm>
            <a:off x="1246950" y="1654000"/>
            <a:ext cx="1999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1238400" y="1908075"/>
            <a:ext cx="2016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3" type="title"/>
          </p:nvPr>
        </p:nvSpPr>
        <p:spPr>
          <a:xfrm>
            <a:off x="4137614" y="1274738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4" type="ctrTitle"/>
          </p:nvPr>
        </p:nvSpPr>
        <p:spPr>
          <a:xfrm>
            <a:off x="3582338" y="1654000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73" name="Google Shape;73;p13"/>
          <p:cNvSpPr txBox="1"/>
          <p:nvPr>
            <p:ph idx="5" type="subTitle"/>
          </p:nvPr>
        </p:nvSpPr>
        <p:spPr>
          <a:xfrm>
            <a:off x="3648338" y="1908075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hasCustomPrompt="1" idx="6" type="title"/>
          </p:nvPr>
        </p:nvSpPr>
        <p:spPr>
          <a:xfrm>
            <a:off x="6454522" y="1274750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7" type="ctrTitle"/>
          </p:nvPr>
        </p:nvSpPr>
        <p:spPr>
          <a:xfrm>
            <a:off x="5880172" y="1654000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76" name="Google Shape;76;p13"/>
          <p:cNvSpPr txBox="1"/>
          <p:nvPr>
            <p:ph idx="8" type="subTitle"/>
          </p:nvPr>
        </p:nvSpPr>
        <p:spPr>
          <a:xfrm>
            <a:off x="5946172" y="1908077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9" type="title"/>
          </p:nvPr>
        </p:nvSpPr>
        <p:spPr>
          <a:xfrm>
            <a:off x="1812750" y="3046713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idx="13" type="ctrTitle"/>
          </p:nvPr>
        </p:nvSpPr>
        <p:spPr>
          <a:xfrm>
            <a:off x="1238400" y="3425975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79" name="Google Shape;79;p13"/>
          <p:cNvSpPr txBox="1"/>
          <p:nvPr>
            <p:ph idx="14" type="subTitle"/>
          </p:nvPr>
        </p:nvSpPr>
        <p:spPr>
          <a:xfrm>
            <a:off x="1304400" y="3680039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15" type="title"/>
          </p:nvPr>
        </p:nvSpPr>
        <p:spPr>
          <a:xfrm>
            <a:off x="4156688" y="3046725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idx="16" type="ctrTitle"/>
          </p:nvPr>
        </p:nvSpPr>
        <p:spPr>
          <a:xfrm>
            <a:off x="3569622" y="3425975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82" name="Google Shape;82;p13"/>
          <p:cNvSpPr txBox="1"/>
          <p:nvPr>
            <p:ph idx="17" type="subTitle"/>
          </p:nvPr>
        </p:nvSpPr>
        <p:spPr>
          <a:xfrm>
            <a:off x="3648338" y="3680052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8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6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hasCustomPrompt="1" type="title"/>
          </p:nvPr>
        </p:nvSpPr>
        <p:spPr>
          <a:xfrm>
            <a:off x="1584150" y="1274750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/>
          <p:nvPr>
            <p:ph idx="2" type="ctrTitle"/>
          </p:nvPr>
        </p:nvSpPr>
        <p:spPr>
          <a:xfrm>
            <a:off x="1018350" y="1654000"/>
            <a:ext cx="1999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1009800" y="1908075"/>
            <a:ext cx="2016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hasCustomPrompt="1" idx="3" type="title"/>
          </p:nvPr>
        </p:nvSpPr>
        <p:spPr>
          <a:xfrm>
            <a:off x="3909014" y="1274738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/>
          <p:nvPr>
            <p:ph idx="4" type="ctrTitle"/>
          </p:nvPr>
        </p:nvSpPr>
        <p:spPr>
          <a:xfrm>
            <a:off x="3353738" y="1654000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90" name="Google Shape;90;p14"/>
          <p:cNvSpPr txBox="1"/>
          <p:nvPr>
            <p:ph idx="5" type="subTitle"/>
          </p:nvPr>
        </p:nvSpPr>
        <p:spPr>
          <a:xfrm>
            <a:off x="3419738" y="1908075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6" type="title"/>
          </p:nvPr>
        </p:nvSpPr>
        <p:spPr>
          <a:xfrm>
            <a:off x="1584150" y="3046713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7" type="ctrTitle"/>
          </p:nvPr>
        </p:nvSpPr>
        <p:spPr>
          <a:xfrm>
            <a:off x="1009800" y="3425975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93" name="Google Shape;93;p14"/>
          <p:cNvSpPr txBox="1"/>
          <p:nvPr>
            <p:ph idx="8" type="subTitle"/>
          </p:nvPr>
        </p:nvSpPr>
        <p:spPr>
          <a:xfrm>
            <a:off x="1075800" y="3680039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9" type="title"/>
          </p:nvPr>
        </p:nvSpPr>
        <p:spPr>
          <a:xfrm>
            <a:off x="3928088" y="3046725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13" type="ctrTitle"/>
          </p:nvPr>
        </p:nvSpPr>
        <p:spPr>
          <a:xfrm>
            <a:off x="3341022" y="3425975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96" name="Google Shape;96;p14"/>
          <p:cNvSpPr txBox="1"/>
          <p:nvPr>
            <p:ph idx="14" type="subTitle"/>
          </p:nvPr>
        </p:nvSpPr>
        <p:spPr>
          <a:xfrm>
            <a:off x="3419738" y="3680052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5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4"/>
          <p:cNvSpPr/>
          <p:nvPr/>
        </p:nvSpPr>
        <p:spPr>
          <a:xfrm rot="-6376467">
            <a:off x="4903927" y="607532"/>
            <a:ext cx="5630331" cy="444659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17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hasCustomPrompt="1" type="title"/>
          </p:nvPr>
        </p:nvSpPr>
        <p:spPr>
          <a:xfrm>
            <a:off x="1812750" y="1274750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1" name="Google Shape;101;p15"/>
          <p:cNvSpPr txBox="1"/>
          <p:nvPr>
            <p:ph idx="2" type="ctrTitle"/>
          </p:nvPr>
        </p:nvSpPr>
        <p:spPr>
          <a:xfrm>
            <a:off x="1246950" y="1654000"/>
            <a:ext cx="1999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1238400" y="1908075"/>
            <a:ext cx="2016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hasCustomPrompt="1" idx="3" type="title"/>
          </p:nvPr>
        </p:nvSpPr>
        <p:spPr>
          <a:xfrm>
            <a:off x="4137614" y="1274738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" name="Google Shape;104;p15"/>
          <p:cNvSpPr txBox="1"/>
          <p:nvPr>
            <p:ph idx="4" type="ctrTitle"/>
          </p:nvPr>
        </p:nvSpPr>
        <p:spPr>
          <a:xfrm>
            <a:off x="3582338" y="1654000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05" name="Google Shape;105;p15"/>
          <p:cNvSpPr txBox="1"/>
          <p:nvPr>
            <p:ph idx="5" type="subTitle"/>
          </p:nvPr>
        </p:nvSpPr>
        <p:spPr>
          <a:xfrm>
            <a:off x="3648338" y="1908075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5"/>
          <p:cNvSpPr txBox="1"/>
          <p:nvPr>
            <p:ph hasCustomPrompt="1" idx="6" type="title"/>
          </p:nvPr>
        </p:nvSpPr>
        <p:spPr>
          <a:xfrm>
            <a:off x="6454522" y="1274750"/>
            <a:ext cx="867900" cy="47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5"/>
          <p:cNvSpPr txBox="1"/>
          <p:nvPr>
            <p:ph idx="7" type="ctrTitle"/>
          </p:nvPr>
        </p:nvSpPr>
        <p:spPr>
          <a:xfrm>
            <a:off x="5880172" y="1654000"/>
            <a:ext cx="2016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08" name="Google Shape;108;p15"/>
          <p:cNvSpPr txBox="1"/>
          <p:nvPr>
            <p:ph idx="8" type="subTitle"/>
          </p:nvPr>
        </p:nvSpPr>
        <p:spPr>
          <a:xfrm>
            <a:off x="5946172" y="1908077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9" type="title"/>
          </p:nvPr>
        </p:nvSpPr>
        <p:spPr>
          <a:xfrm>
            <a:off x="1375350" y="434702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/>
        </p:nvSpPr>
        <p:spPr>
          <a:xfrm rot="10190078">
            <a:off x="-609404" y="2277268"/>
            <a:ext cx="10361961" cy="6093351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8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715725" y="2416450"/>
            <a:ext cx="36063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715725" y="1783250"/>
            <a:ext cx="376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6"/>
          <p:cNvSpPr/>
          <p:nvPr/>
        </p:nvSpPr>
        <p:spPr>
          <a:xfrm rot="-6376311">
            <a:off x="4048987" y="-366031"/>
            <a:ext cx="6558512" cy="7065817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9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 rot="-9619064">
            <a:off x="-399900" y="657204"/>
            <a:ext cx="5266615" cy="4159025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1629410" y="3171176"/>
            <a:ext cx="2357700" cy="9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8" name="Google Shape;118;p17"/>
          <p:cNvSpPr txBox="1"/>
          <p:nvPr>
            <p:ph type="title"/>
          </p:nvPr>
        </p:nvSpPr>
        <p:spPr>
          <a:xfrm>
            <a:off x="1629410" y="2165402"/>
            <a:ext cx="2357700" cy="5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hasCustomPrompt="1" idx="2" type="title"/>
          </p:nvPr>
        </p:nvSpPr>
        <p:spPr>
          <a:xfrm>
            <a:off x="651490" y="1085659"/>
            <a:ext cx="1211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rhee columns ">
  <p:cSld name="CUSTOM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 rot="1982717">
            <a:off x="5846240" y="-2117979"/>
            <a:ext cx="4980664" cy="393333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 rot="1982717">
            <a:off x="-2820685" y="1720559"/>
            <a:ext cx="4980664" cy="393333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>
            <p:ph type="ctrTitle"/>
          </p:nvPr>
        </p:nvSpPr>
        <p:spPr>
          <a:xfrm>
            <a:off x="1479150" y="3120850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24" name="Google Shape;124;p18"/>
          <p:cNvSpPr txBox="1"/>
          <p:nvPr>
            <p:ph idx="1" type="subTitle"/>
          </p:nvPr>
        </p:nvSpPr>
        <p:spPr>
          <a:xfrm>
            <a:off x="1446150" y="3432075"/>
            <a:ext cx="1581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2" type="ctrTitle"/>
          </p:nvPr>
        </p:nvSpPr>
        <p:spPr>
          <a:xfrm>
            <a:off x="3797850" y="3120838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26" name="Google Shape;126;p18"/>
          <p:cNvSpPr txBox="1"/>
          <p:nvPr>
            <p:ph idx="3" type="subTitle"/>
          </p:nvPr>
        </p:nvSpPr>
        <p:spPr>
          <a:xfrm>
            <a:off x="3781425" y="3432075"/>
            <a:ext cx="1581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4" type="ctrTitle"/>
          </p:nvPr>
        </p:nvSpPr>
        <p:spPr>
          <a:xfrm>
            <a:off x="6117914" y="3120850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28" name="Google Shape;128;p18"/>
          <p:cNvSpPr txBox="1"/>
          <p:nvPr>
            <p:ph idx="5" type="subTitle"/>
          </p:nvPr>
        </p:nvSpPr>
        <p:spPr>
          <a:xfrm>
            <a:off x="6116700" y="3432075"/>
            <a:ext cx="1581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6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0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ctrTitle"/>
          </p:nvPr>
        </p:nvSpPr>
        <p:spPr>
          <a:xfrm>
            <a:off x="2646713" y="2606500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2613713" y="2917725"/>
            <a:ext cx="1581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2" type="ctrTitle"/>
          </p:nvPr>
        </p:nvSpPr>
        <p:spPr>
          <a:xfrm>
            <a:off x="4965413" y="2606488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34" name="Google Shape;134;p19"/>
          <p:cNvSpPr txBox="1"/>
          <p:nvPr>
            <p:ph idx="3" type="subTitle"/>
          </p:nvPr>
        </p:nvSpPr>
        <p:spPr>
          <a:xfrm>
            <a:off x="4948988" y="2917725"/>
            <a:ext cx="1581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4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19"/>
          <p:cNvSpPr/>
          <p:nvPr/>
        </p:nvSpPr>
        <p:spPr>
          <a:xfrm rot="-7973831">
            <a:off x="6377171" y="-607656"/>
            <a:ext cx="6558457" cy="7065778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 rot="-7973831">
            <a:off x="-4081279" y="-360018"/>
            <a:ext cx="6558457" cy="7065778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 flipH="1" rot="3599812">
            <a:off x="6316424" y="-1837737"/>
            <a:ext cx="4980649" cy="393342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3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1"/>
          <p:cNvSpPr txBox="1"/>
          <p:nvPr>
            <p:ph type="ctrTitle"/>
          </p:nvPr>
        </p:nvSpPr>
        <p:spPr>
          <a:xfrm>
            <a:off x="2890350" y="2929437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2890350" y="3266525"/>
            <a:ext cx="1548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2" type="ctrTitle"/>
          </p:nvPr>
        </p:nvSpPr>
        <p:spPr>
          <a:xfrm>
            <a:off x="4707301" y="2929425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46" name="Google Shape;146;p21"/>
          <p:cNvSpPr txBox="1"/>
          <p:nvPr>
            <p:ph idx="3" type="subTitle"/>
          </p:nvPr>
        </p:nvSpPr>
        <p:spPr>
          <a:xfrm>
            <a:off x="4707301" y="3266525"/>
            <a:ext cx="1548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4" type="ctrTitle"/>
          </p:nvPr>
        </p:nvSpPr>
        <p:spPr>
          <a:xfrm>
            <a:off x="6519070" y="2929437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48" name="Google Shape;148;p21"/>
          <p:cNvSpPr txBox="1"/>
          <p:nvPr>
            <p:ph idx="5" type="subTitle"/>
          </p:nvPr>
        </p:nvSpPr>
        <p:spPr>
          <a:xfrm>
            <a:off x="6519070" y="3266525"/>
            <a:ext cx="1548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6" type="ctrTitle"/>
          </p:nvPr>
        </p:nvSpPr>
        <p:spPr>
          <a:xfrm>
            <a:off x="1076632" y="2929437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50" name="Google Shape;150;p21"/>
          <p:cNvSpPr txBox="1"/>
          <p:nvPr>
            <p:ph idx="7" type="subTitle"/>
          </p:nvPr>
        </p:nvSpPr>
        <p:spPr>
          <a:xfrm>
            <a:off x="1076632" y="3266525"/>
            <a:ext cx="1548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1" name="Google Shape;151;p21"/>
          <p:cNvSpPr/>
          <p:nvPr/>
        </p:nvSpPr>
        <p:spPr>
          <a:xfrm rot="-9262493">
            <a:off x="-1983754" y="3558519"/>
            <a:ext cx="4979555" cy="39335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8458373" y="4184089"/>
            <a:ext cx="979555" cy="959400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 rot="-9262493">
            <a:off x="7064996" y="-41931"/>
            <a:ext cx="4979555" cy="39335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1"/>
          <p:cNvSpPr txBox="1"/>
          <p:nvPr>
            <p:ph idx="8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ctrTitle"/>
          </p:nvPr>
        </p:nvSpPr>
        <p:spPr>
          <a:xfrm>
            <a:off x="4785150" y="2129012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57" name="Google Shape;157;p22"/>
          <p:cNvSpPr txBox="1"/>
          <p:nvPr>
            <p:ph idx="1" type="subTitle"/>
          </p:nvPr>
        </p:nvSpPr>
        <p:spPr>
          <a:xfrm>
            <a:off x="4785150" y="2466100"/>
            <a:ext cx="1548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8" name="Google Shape;158;p22"/>
          <p:cNvSpPr txBox="1"/>
          <p:nvPr>
            <p:ph idx="2" type="ctrTitle"/>
          </p:nvPr>
        </p:nvSpPr>
        <p:spPr>
          <a:xfrm>
            <a:off x="2466450" y="2129012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59" name="Google Shape;159;p22"/>
          <p:cNvSpPr txBox="1"/>
          <p:nvPr>
            <p:ph idx="3" type="subTitle"/>
          </p:nvPr>
        </p:nvSpPr>
        <p:spPr>
          <a:xfrm>
            <a:off x="2466450" y="2466100"/>
            <a:ext cx="15483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0" name="Google Shape;160;p22"/>
          <p:cNvSpPr/>
          <p:nvPr/>
        </p:nvSpPr>
        <p:spPr>
          <a:xfrm rot="-9262493">
            <a:off x="-1831354" y="3012344"/>
            <a:ext cx="4979555" cy="39335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 rot="1537507">
            <a:off x="6645896" y="-1247081"/>
            <a:ext cx="4979555" cy="39335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>
            <p:ph idx="4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35">
    <p:bg>
      <p:bgPr>
        <a:solidFill>
          <a:schemeClr val="accent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 flipH="1" rot="9619064">
            <a:off x="3712075" y="619104"/>
            <a:ext cx="5266615" cy="4159025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 txBox="1"/>
          <p:nvPr>
            <p:ph idx="1" type="subTitle"/>
          </p:nvPr>
        </p:nvSpPr>
        <p:spPr>
          <a:xfrm>
            <a:off x="4541235" y="3037826"/>
            <a:ext cx="2357700" cy="9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6" name="Google Shape;166;p23"/>
          <p:cNvSpPr txBox="1"/>
          <p:nvPr>
            <p:ph type="title"/>
          </p:nvPr>
        </p:nvSpPr>
        <p:spPr>
          <a:xfrm>
            <a:off x="4541235" y="2374952"/>
            <a:ext cx="2357700" cy="5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hasCustomPrompt="1" idx="2" type="title"/>
          </p:nvPr>
        </p:nvSpPr>
        <p:spPr>
          <a:xfrm>
            <a:off x="6789860" y="993726"/>
            <a:ext cx="12111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 rot="-9262493">
            <a:off x="-2155204" y="-41931"/>
            <a:ext cx="4979555" cy="39335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-685627" y="4184089"/>
            <a:ext cx="979555" cy="959400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 rot="-9913928">
            <a:off x="7398816" y="1616268"/>
            <a:ext cx="6263990" cy="494861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 rot="-5831054">
            <a:off x="4913294" y="348248"/>
            <a:ext cx="6263918" cy="494860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5954702" y="2590200"/>
            <a:ext cx="245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 rot="-5662572">
            <a:off x="-996679" y="-2085844"/>
            <a:ext cx="6613770" cy="5224547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>
            <p:ph type="title"/>
          </p:nvPr>
        </p:nvSpPr>
        <p:spPr>
          <a:xfrm>
            <a:off x="734779" y="531008"/>
            <a:ext cx="318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" type="subTitle"/>
          </p:nvPr>
        </p:nvSpPr>
        <p:spPr>
          <a:xfrm>
            <a:off x="683179" y="2443950"/>
            <a:ext cx="30942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6">
    <p:bg>
      <p:bgPr>
        <a:solidFill>
          <a:schemeClr val="accent4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 rot="9317387">
            <a:off x="647384" y="-1327179"/>
            <a:ext cx="10401693" cy="8216775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4417813" y="1412300"/>
            <a:ext cx="4004100" cy="179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3" name="Google Shape;183;p27"/>
          <p:cNvSpPr txBox="1"/>
          <p:nvPr>
            <p:ph idx="1" type="subTitle"/>
          </p:nvPr>
        </p:nvSpPr>
        <p:spPr>
          <a:xfrm>
            <a:off x="4417813" y="3206300"/>
            <a:ext cx="40041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3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/>
          <p:nvPr/>
        </p:nvSpPr>
        <p:spPr>
          <a:xfrm flipH="1" rot="4990237">
            <a:off x="-2625327" y="-1192315"/>
            <a:ext cx="9529075" cy="752786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/>
          <p:nvPr/>
        </p:nvSpPr>
        <p:spPr>
          <a:xfrm flipH="1" rot="-2700000">
            <a:off x="7974369" y="-96299"/>
            <a:ext cx="1889730" cy="1895167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8"/>
          <p:cNvSpPr txBox="1"/>
          <p:nvPr>
            <p:ph hasCustomPrompt="1" type="title"/>
          </p:nvPr>
        </p:nvSpPr>
        <p:spPr>
          <a:xfrm>
            <a:off x="734775" y="1584100"/>
            <a:ext cx="54033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734775" y="3630200"/>
            <a:ext cx="54033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hasCustomPrompt="1" idx="2" type="title"/>
          </p:nvPr>
        </p:nvSpPr>
        <p:spPr>
          <a:xfrm>
            <a:off x="734776" y="2201125"/>
            <a:ext cx="2256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2" name="Google Shape;192;p29"/>
          <p:cNvSpPr txBox="1"/>
          <p:nvPr>
            <p:ph idx="3" type="ctrTitle"/>
          </p:nvPr>
        </p:nvSpPr>
        <p:spPr>
          <a:xfrm>
            <a:off x="734775" y="2668225"/>
            <a:ext cx="22560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93" name="Google Shape;193;p29"/>
          <p:cNvSpPr txBox="1"/>
          <p:nvPr>
            <p:ph idx="1" type="subTitle"/>
          </p:nvPr>
        </p:nvSpPr>
        <p:spPr>
          <a:xfrm>
            <a:off x="734775" y="3005322"/>
            <a:ext cx="22560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4" name="Google Shape;194;p29"/>
          <p:cNvSpPr txBox="1"/>
          <p:nvPr>
            <p:ph hasCustomPrompt="1" idx="4" type="title"/>
          </p:nvPr>
        </p:nvSpPr>
        <p:spPr>
          <a:xfrm>
            <a:off x="3444001" y="2246475"/>
            <a:ext cx="2256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5" name="Google Shape;195;p29"/>
          <p:cNvSpPr txBox="1"/>
          <p:nvPr>
            <p:ph idx="5" type="ctrTitle"/>
          </p:nvPr>
        </p:nvSpPr>
        <p:spPr>
          <a:xfrm>
            <a:off x="3444001" y="2713578"/>
            <a:ext cx="22560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96" name="Google Shape;196;p29"/>
          <p:cNvSpPr txBox="1"/>
          <p:nvPr>
            <p:ph idx="6" type="subTitle"/>
          </p:nvPr>
        </p:nvSpPr>
        <p:spPr>
          <a:xfrm>
            <a:off x="3444001" y="3050672"/>
            <a:ext cx="22560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hasCustomPrompt="1" idx="7" type="title"/>
          </p:nvPr>
        </p:nvSpPr>
        <p:spPr>
          <a:xfrm>
            <a:off x="6153225" y="2201125"/>
            <a:ext cx="2256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8" name="Google Shape;198;p29"/>
          <p:cNvSpPr txBox="1"/>
          <p:nvPr>
            <p:ph idx="8" type="ctrTitle"/>
          </p:nvPr>
        </p:nvSpPr>
        <p:spPr>
          <a:xfrm>
            <a:off x="6153230" y="2668228"/>
            <a:ext cx="22560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199" name="Google Shape;199;p29"/>
          <p:cNvSpPr txBox="1"/>
          <p:nvPr>
            <p:ph idx="9" type="subTitle"/>
          </p:nvPr>
        </p:nvSpPr>
        <p:spPr>
          <a:xfrm>
            <a:off x="6153230" y="3005322"/>
            <a:ext cx="22560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0" name="Google Shape;200;p29"/>
          <p:cNvSpPr/>
          <p:nvPr/>
        </p:nvSpPr>
        <p:spPr>
          <a:xfrm rot="-4578298">
            <a:off x="-1439950" y="-697248"/>
            <a:ext cx="3097727" cy="2447350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/>
          <p:nvPr/>
        </p:nvSpPr>
        <p:spPr>
          <a:xfrm>
            <a:off x="-133177" y="4184089"/>
            <a:ext cx="979555" cy="959400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/>
          <p:nvPr/>
        </p:nvSpPr>
        <p:spPr>
          <a:xfrm rot="-7011754">
            <a:off x="6408479" y="2717544"/>
            <a:ext cx="6263851" cy="4948861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3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hasCustomPrompt="1" idx="2" type="title"/>
          </p:nvPr>
        </p:nvSpPr>
        <p:spPr>
          <a:xfrm>
            <a:off x="734771" y="2189788"/>
            <a:ext cx="1684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6" name="Google Shape;206;p30"/>
          <p:cNvSpPr txBox="1"/>
          <p:nvPr>
            <p:ph idx="3" type="ctrTitle"/>
          </p:nvPr>
        </p:nvSpPr>
        <p:spPr>
          <a:xfrm>
            <a:off x="734775" y="2656888"/>
            <a:ext cx="1684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07" name="Google Shape;207;p30"/>
          <p:cNvSpPr txBox="1"/>
          <p:nvPr>
            <p:ph idx="1" type="subTitle"/>
          </p:nvPr>
        </p:nvSpPr>
        <p:spPr>
          <a:xfrm>
            <a:off x="734775" y="2993980"/>
            <a:ext cx="16845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hasCustomPrompt="1" idx="4" type="title"/>
          </p:nvPr>
        </p:nvSpPr>
        <p:spPr>
          <a:xfrm>
            <a:off x="2739146" y="2189788"/>
            <a:ext cx="1684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9" name="Google Shape;209;p30"/>
          <p:cNvSpPr txBox="1"/>
          <p:nvPr>
            <p:ph idx="5" type="ctrTitle"/>
          </p:nvPr>
        </p:nvSpPr>
        <p:spPr>
          <a:xfrm>
            <a:off x="2739150" y="2656888"/>
            <a:ext cx="1684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10" name="Google Shape;210;p30"/>
          <p:cNvSpPr txBox="1"/>
          <p:nvPr>
            <p:ph idx="6" type="subTitle"/>
          </p:nvPr>
        </p:nvSpPr>
        <p:spPr>
          <a:xfrm>
            <a:off x="2739150" y="2993980"/>
            <a:ext cx="16845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1" name="Google Shape;211;p30"/>
          <p:cNvSpPr txBox="1"/>
          <p:nvPr>
            <p:ph hasCustomPrompt="1" idx="7" type="title"/>
          </p:nvPr>
        </p:nvSpPr>
        <p:spPr>
          <a:xfrm>
            <a:off x="4743521" y="2189788"/>
            <a:ext cx="1684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2" name="Google Shape;212;p30"/>
          <p:cNvSpPr txBox="1"/>
          <p:nvPr>
            <p:ph idx="8" type="ctrTitle"/>
          </p:nvPr>
        </p:nvSpPr>
        <p:spPr>
          <a:xfrm>
            <a:off x="4743525" y="2656888"/>
            <a:ext cx="1684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13" name="Google Shape;213;p30"/>
          <p:cNvSpPr txBox="1"/>
          <p:nvPr>
            <p:ph idx="9" type="subTitle"/>
          </p:nvPr>
        </p:nvSpPr>
        <p:spPr>
          <a:xfrm>
            <a:off x="4743525" y="2993980"/>
            <a:ext cx="16845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4" name="Google Shape;214;p30"/>
          <p:cNvSpPr txBox="1"/>
          <p:nvPr>
            <p:ph hasCustomPrompt="1" idx="13" type="title"/>
          </p:nvPr>
        </p:nvSpPr>
        <p:spPr>
          <a:xfrm>
            <a:off x="6747896" y="2189788"/>
            <a:ext cx="1684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5" name="Google Shape;215;p30"/>
          <p:cNvSpPr txBox="1"/>
          <p:nvPr>
            <p:ph idx="14" type="ctrTitle"/>
          </p:nvPr>
        </p:nvSpPr>
        <p:spPr>
          <a:xfrm>
            <a:off x="6747900" y="2656888"/>
            <a:ext cx="1684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16" name="Google Shape;216;p30"/>
          <p:cNvSpPr txBox="1"/>
          <p:nvPr>
            <p:ph idx="15" type="subTitle"/>
          </p:nvPr>
        </p:nvSpPr>
        <p:spPr>
          <a:xfrm>
            <a:off x="6747900" y="2993980"/>
            <a:ext cx="16845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7" name="Google Shape;217;p30"/>
          <p:cNvSpPr/>
          <p:nvPr/>
        </p:nvSpPr>
        <p:spPr>
          <a:xfrm rot="-9262493">
            <a:off x="-1983754" y="3558519"/>
            <a:ext cx="4979555" cy="39335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/>
          <p:nvPr/>
        </p:nvSpPr>
        <p:spPr>
          <a:xfrm rot="-9262493">
            <a:off x="7064996" y="-41931"/>
            <a:ext cx="4979555" cy="39335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1203900" y="430658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rhee Columns 1">
  <p:cSld name="CUSTOM_6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/>
          <p:nvPr/>
        </p:nvSpPr>
        <p:spPr>
          <a:xfrm rot="-5980162">
            <a:off x="4160338" y="35175"/>
            <a:ext cx="6263754" cy="494861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2"/>
          <p:cNvSpPr/>
          <p:nvPr/>
        </p:nvSpPr>
        <p:spPr>
          <a:xfrm rot="2700000">
            <a:off x="-965314" y="-96299"/>
            <a:ext cx="1889730" cy="1895167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2"/>
          <p:cNvSpPr txBox="1"/>
          <p:nvPr>
            <p:ph type="ctrTitle"/>
          </p:nvPr>
        </p:nvSpPr>
        <p:spPr>
          <a:xfrm>
            <a:off x="1179750" y="1595100"/>
            <a:ext cx="3201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25" name="Google Shape;225;p32"/>
          <p:cNvSpPr txBox="1"/>
          <p:nvPr>
            <p:ph idx="1" type="subTitle"/>
          </p:nvPr>
        </p:nvSpPr>
        <p:spPr>
          <a:xfrm>
            <a:off x="1179750" y="1993550"/>
            <a:ext cx="35841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6" name="Google Shape;226;p32"/>
          <p:cNvSpPr txBox="1"/>
          <p:nvPr>
            <p:ph idx="2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3" type="ctrTitle"/>
          </p:nvPr>
        </p:nvSpPr>
        <p:spPr>
          <a:xfrm>
            <a:off x="1179750" y="2598525"/>
            <a:ext cx="3201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28" name="Google Shape;228;p32"/>
          <p:cNvSpPr txBox="1"/>
          <p:nvPr>
            <p:ph idx="4" type="subTitle"/>
          </p:nvPr>
        </p:nvSpPr>
        <p:spPr>
          <a:xfrm>
            <a:off x="1179750" y="2996975"/>
            <a:ext cx="35841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9" name="Google Shape;229;p32"/>
          <p:cNvSpPr txBox="1"/>
          <p:nvPr>
            <p:ph idx="5" type="ctrTitle"/>
          </p:nvPr>
        </p:nvSpPr>
        <p:spPr>
          <a:xfrm>
            <a:off x="1179750" y="3603607"/>
            <a:ext cx="3201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30" name="Google Shape;230;p32"/>
          <p:cNvSpPr txBox="1"/>
          <p:nvPr>
            <p:ph idx="6" type="subTitle"/>
          </p:nvPr>
        </p:nvSpPr>
        <p:spPr>
          <a:xfrm>
            <a:off x="1179750" y="4002057"/>
            <a:ext cx="35841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3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ctrTitle"/>
          </p:nvPr>
        </p:nvSpPr>
        <p:spPr>
          <a:xfrm>
            <a:off x="1490300" y="2294425"/>
            <a:ext cx="26154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33" name="Google Shape;233;p33"/>
          <p:cNvSpPr txBox="1"/>
          <p:nvPr>
            <p:ph idx="1" type="subTitle"/>
          </p:nvPr>
        </p:nvSpPr>
        <p:spPr>
          <a:xfrm>
            <a:off x="1490300" y="2692875"/>
            <a:ext cx="26154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2" type="ctrTitle"/>
          </p:nvPr>
        </p:nvSpPr>
        <p:spPr>
          <a:xfrm>
            <a:off x="5038300" y="2294425"/>
            <a:ext cx="26154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35" name="Google Shape;235;p33"/>
          <p:cNvSpPr txBox="1"/>
          <p:nvPr>
            <p:ph idx="3" type="subTitle"/>
          </p:nvPr>
        </p:nvSpPr>
        <p:spPr>
          <a:xfrm>
            <a:off x="5038300" y="2692875"/>
            <a:ext cx="26154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6" name="Google Shape;236;p33"/>
          <p:cNvSpPr/>
          <p:nvPr/>
        </p:nvSpPr>
        <p:spPr>
          <a:xfrm flipH="1" rot="-1537507">
            <a:off x="-1623329" y="3977294"/>
            <a:ext cx="4979555" cy="3933546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3"/>
          <p:cNvSpPr/>
          <p:nvPr/>
        </p:nvSpPr>
        <p:spPr>
          <a:xfrm flipH="1" rot="10800000">
            <a:off x="-153752" y="2725421"/>
            <a:ext cx="979555" cy="959400"/>
          </a:xfrm>
          <a:custGeom>
            <a:rect b="b" l="l" r="r" t="t"/>
            <a:pathLst>
              <a:path extrusionOk="0" h="59692" w="60946">
                <a:moveTo>
                  <a:pt x="25212" y="1"/>
                </a:moveTo>
                <a:cubicBezTo>
                  <a:pt x="22039" y="1"/>
                  <a:pt x="18925" y="907"/>
                  <a:pt x="16029" y="3020"/>
                </a:cubicBezTo>
                <a:cubicBezTo>
                  <a:pt x="0" y="14714"/>
                  <a:pt x="17631" y="42769"/>
                  <a:pt x="27693" y="52034"/>
                </a:cubicBezTo>
                <a:cubicBezTo>
                  <a:pt x="32185" y="56171"/>
                  <a:pt x="37969" y="59691"/>
                  <a:pt x="43916" y="59691"/>
                </a:cubicBezTo>
                <a:cubicBezTo>
                  <a:pt x="44937" y="59691"/>
                  <a:pt x="45963" y="59587"/>
                  <a:pt x="46988" y="59365"/>
                </a:cubicBezTo>
                <a:cubicBezTo>
                  <a:pt x="53737" y="57900"/>
                  <a:pt x="58589" y="51414"/>
                  <a:pt x="59767" y="44610"/>
                </a:cubicBezTo>
                <a:cubicBezTo>
                  <a:pt x="60946" y="37806"/>
                  <a:pt x="59043" y="30813"/>
                  <a:pt x="56214" y="24514"/>
                </a:cubicBezTo>
                <a:cubicBezTo>
                  <a:pt x="51862" y="14830"/>
                  <a:pt x="38051" y="1"/>
                  <a:pt x="252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3"/>
          <p:cNvSpPr txBox="1"/>
          <p:nvPr>
            <p:ph idx="4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4">
    <p:bg>
      <p:bgPr>
        <a:solidFill>
          <a:schemeClr val="accent4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/>
        </p:nvSpPr>
        <p:spPr>
          <a:xfrm rot="-6376311">
            <a:off x="1292737" y="-1147081"/>
            <a:ext cx="6558512" cy="7065817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4"/>
          <p:cNvSpPr txBox="1"/>
          <p:nvPr>
            <p:ph idx="1" type="subTitle"/>
          </p:nvPr>
        </p:nvSpPr>
        <p:spPr>
          <a:xfrm>
            <a:off x="2943600" y="3256599"/>
            <a:ext cx="27234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2" name="Google Shape;242;p34"/>
          <p:cNvSpPr txBox="1"/>
          <p:nvPr>
            <p:ph type="title"/>
          </p:nvPr>
        </p:nvSpPr>
        <p:spPr>
          <a:xfrm>
            <a:off x="2943600" y="2200400"/>
            <a:ext cx="272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7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/>
          <p:nvPr/>
        </p:nvSpPr>
        <p:spPr>
          <a:xfrm rot="-4499768">
            <a:off x="6422797" y="2294073"/>
            <a:ext cx="3619966" cy="285999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8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ctrTitle"/>
          </p:nvPr>
        </p:nvSpPr>
        <p:spPr>
          <a:xfrm>
            <a:off x="1479150" y="3711924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48" name="Google Shape;248;p36"/>
          <p:cNvSpPr txBox="1"/>
          <p:nvPr>
            <p:ph idx="1" type="subTitle"/>
          </p:nvPr>
        </p:nvSpPr>
        <p:spPr>
          <a:xfrm>
            <a:off x="1311000" y="3966001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36"/>
          <p:cNvSpPr txBox="1"/>
          <p:nvPr>
            <p:ph idx="2" type="ctrTitle"/>
          </p:nvPr>
        </p:nvSpPr>
        <p:spPr>
          <a:xfrm>
            <a:off x="3797850" y="3711912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50" name="Google Shape;250;p36"/>
          <p:cNvSpPr txBox="1"/>
          <p:nvPr>
            <p:ph idx="3" type="subTitle"/>
          </p:nvPr>
        </p:nvSpPr>
        <p:spPr>
          <a:xfrm>
            <a:off x="3629700" y="3965988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36"/>
          <p:cNvSpPr txBox="1"/>
          <p:nvPr>
            <p:ph idx="4" type="ctrTitle"/>
          </p:nvPr>
        </p:nvSpPr>
        <p:spPr>
          <a:xfrm>
            <a:off x="6116550" y="3711924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52" name="Google Shape;252;p36"/>
          <p:cNvSpPr txBox="1"/>
          <p:nvPr>
            <p:ph idx="5" type="subTitle"/>
          </p:nvPr>
        </p:nvSpPr>
        <p:spPr>
          <a:xfrm>
            <a:off x="5948400" y="3966001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36"/>
          <p:cNvSpPr txBox="1"/>
          <p:nvPr>
            <p:ph idx="6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36"/>
          <p:cNvSpPr txBox="1"/>
          <p:nvPr>
            <p:ph idx="7" type="ctrTitle"/>
          </p:nvPr>
        </p:nvSpPr>
        <p:spPr>
          <a:xfrm>
            <a:off x="1479150" y="1852299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55" name="Google Shape;255;p36"/>
          <p:cNvSpPr txBox="1"/>
          <p:nvPr>
            <p:ph idx="8" type="subTitle"/>
          </p:nvPr>
        </p:nvSpPr>
        <p:spPr>
          <a:xfrm>
            <a:off x="1311000" y="2106376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6" name="Google Shape;256;p36"/>
          <p:cNvSpPr txBox="1"/>
          <p:nvPr>
            <p:ph idx="9" type="ctrTitle"/>
          </p:nvPr>
        </p:nvSpPr>
        <p:spPr>
          <a:xfrm>
            <a:off x="3797850" y="1852287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57" name="Google Shape;257;p36"/>
          <p:cNvSpPr txBox="1"/>
          <p:nvPr>
            <p:ph idx="13" type="subTitle"/>
          </p:nvPr>
        </p:nvSpPr>
        <p:spPr>
          <a:xfrm>
            <a:off x="3629700" y="2106363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8" name="Google Shape;258;p36"/>
          <p:cNvSpPr txBox="1"/>
          <p:nvPr>
            <p:ph idx="14" type="ctrTitle"/>
          </p:nvPr>
        </p:nvSpPr>
        <p:spPr>
          <a:xfrm>
            <a:off x="6116550" y="1852299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59" name="Google Shape;259;p36"/>
          <p:cNvSpPr txBox="1"/>
          <p:nvPr>
            <p:ph idx="15" type="subTitle"/>
          </p:nvPr>
        </p:nvSpPr>
        <p:spPr>
          <a:xfrm>
            <a:off x="5948400" y="2106376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2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/>
          <p:nvPr>
            <p:ph type="ctrTitle"/>
          </p:nvPr>
        </p:nvSpPr>
        <p:spPr>
          <a:xfrm>
            <a:off x="2638500" y="3521424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62" name="Google Shape;262;p37"/>
          <p:cNvSpPr txBox="1"/>
          <p:nvPr>
            <p:ph idx="1" type="subTitle"/>
          </p:nvPr>
        </p:nvSpPr>
        <p:spPr>
          <a:xfrm>
            <a:off x="2470350" y="3775501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3" name="Google Shape;263;p37"/>
          <p:cNvSpPr txBox="1"/>
          <p:nvPr>
            <p:ph idx="2" type="ctrTitle"/>
          </p:nvPr>
        </p:nvSpPr>
        <p:spPr>
          <a:xfrm>
            <a:off x="4957200" y="3521412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64" name="Google Shape;264;p37"/>
          <p:cNvSpPr txBox="1"/>
          <p:nvPr>
            <p:ph idx="3" type="subTitle"/>
          </p:nvPr>
        </p:nvSpPr>
        <p:spPr>
          <a:xfrm>
            <a:off x="4789050" y="3775488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5" name="Google Shape;265;p37"/>
          <p:cNvSpPr txBox="1"/>
          <p:nvPr>
            <p:ph idx="4" type="ctrTitle"/>
          </p:nvPr>
        </p:nvSpPr>
        <p:spPr>
          <a:xfrm>
            <a:off x="1479150" y="1852299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66" name="Google Shape;266;p37"/>
          <p:cNvSpPr txBox="1"/>
          <p:nvPr>
            <p:ph idx="5" type="subTitle"/>
          </p:nvPr>
        </p:nvSpPr>
        <p:spPr>
          <a:xfrm>
            <a:off x="1311000" y="2106376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7" name="Google Shape;267;p37"/>
          <p:cNvSpPr txBox="1"/>
          <p:nvPr>
            <p:ph idx="6" type="ctrTitle"/>
          </p:nvPr>
        </p:nvSpPr>
        <p:spPr>
          <a:xfrm>
            <a:off x="3797850" y="1852287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68" name="Google Shape;268;p37"/>
          <p:cNvSpPr txBox="1"/>
          <p:nvPr>
            <p:ph idx="7" type="subTitle"/>
          </p:nvPr>
        </p:nvSpPr>
        <p:spPr>
          <a:xfrm>
            <a:off x="3629700" y="2106363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9" name="Google Shape;269;p37"/>
          <p:cNvSpPr txBox="1"/>
          <p:nvPr>
            <p:ph idx="8" type="ctrTitle"/>
          </p:nvPr>
        </p:nvSpPr>
        <p:spPr>
          <a:xfrm>
            <a:off x="6116550" y="1852299"/>
            <a:ext cx="15483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70" name="Google Shape;270;p37"/>
          <p:cNvSpPr txBox="1"/>
          <p:nvPr>
            <p:ph idx="9" type="subTitle"/>
          </p:nvPr>
        </p:nvSpPr>
        <p:spPr>
          <a:xfrm>
            <a:off x="5948400" y="2106376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1" name="Google Shape;271;p37"/>
          <p:cNvSpPr/>
          <p:nvPr/>
        </p:nvSpPr>
        <p:spPr>
          <a:xfrm rot="-4499768">
            <a:off x="-1594216" y="-710302"/>
            <a:ext cx="3619966" cy="285999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7"/>
          <p:cNvSpPr/>
          <p:nvPr/>
        </p:nvSpPr>
        <p:spPr>
          <a:xfrm rot="-4499768">
            <a:off x="6774709" y="2540698"/>
            <a:ext cx="3619966" cy="285999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7"/>
          <p:cNvSpPr txBox="1"/>
          <p:nvPr>
            <p:ph idx="13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9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/>
          <p:nvPr/>
        </p:nvSpPr>
        <p:spPr>
          <a:xfrm rot="4480716">
            <a:off x="-120909" y="1589922"/>
            <a:ext cx="3620226" cy="286000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8"/>
          <p:cNvSpPr/>
          <p:nvPr/>
        </p:nvSpPr>
        <p:spPr>
          <a:xfrm rot="4480716">
            <a:off x="7915666" y="2409072"/>
            <a:ext cx="3620226" cy="286000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8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CUSTOM_10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39"/>
          <p:cNvSpPr txBox="1"/>
          <p:nvPr>
            <p:ph idx="1" type="body"/>
          </p:nvPr>
        </p:nvSpPr>
        <p:spPr>
          <a:xfrm>
            <a:off x="1680475" y="2303725"/>
            <a:ext cx="2476500" cy="24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1" name="Google Shape;281;p39"/>
          <p:cNvSpPr txBox="1"/>
          <p:nvPr>
            <p:ph idx="2" type="body"/>
          </p:nvPr>
        </p:nvSpPr>
        <p:spPr>
          <a:xfrm>
            <a:off x="5190100" y="2303725"/>
            <a:ext cx="2476500" cy="24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5">
  <p:cSld name="CUSTOM_26">
    <p:bg>
      <p:bgPr>
        <a:solidFill>
          <a:schemeClr val="accent4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/>
          <p:nvPr/>
        </p:nvSpPr>
        <p:spPr>
          <a:xfrm flipH="1" rot="9913928">
            <a:off x="4452066" y="716643"/>
            <a:ext cx="6263990" cy="494861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0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" name="Google Shape;285;p40"/>
          <p:cNvSpPr txBox="1"/>
          <p:nvPr>
            <p:ph idx="1" type="body"/>
          </p:nvPr>
        </p:nvSpPr>
        <p:spPr>
          <a:xfrm>
            <a:off x="689513" y="3259658"/>
            <a:ext cx="3185400" cy="13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6" name="Google Shape;286;p40"/>
          <p:cNvSpPr txBox="1"/>
          <p:nvPr>
            <p:ph idx="2" type="ctrTitle"/>
          </p:nvPr>
        </p:nvSpPr>
        <p:spPr>
          <a:xfrm>
            <a:off x="689513" y="3028947"/>
            <a:ext cx="3185400" cy="3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87" name="Google Shape;287;p40"/>
          <p:cNvSpPr txBox="1"/>
          <p:nvPr>
            <p:ph idx="3" type="body"/>
          </p:nvPr>
        </p:nvSpPr>
        <p:spPr>
          <a:xfrm>
            <a:off x="689513" y="1510658"/>
            <a:ext cx="3185400" cy="13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0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8" name="Google Shape;288;p40"/>
          <p:cNvSpPr txBox="1"/>
          <p:nvPr>
            <p:ph idx="4" type="ctrTitle"/>
          </p:nvPr>
        </p:nvSpPr>
        <p:spPr>
          <a:xfrm>
            <a:off x="689513" y="1279947"/>
            <a:ext cx="3185400" cy="3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rhee columns 2">
  <p:cSld name="CUSTOM_27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41"/>
          <p:cNvSpPr txBox="1"/>
          <p:nvPr>
            <p:ph idx="2" type="ctrTitle"/>
          </p:nvPr>
        </p:nvSpPr>
        <p:spPr>
          <a:xfrm>
            <a:off x="6558000" y="3703350"/>
            <a:ext cx="1884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92" name="Google Shape;292;p41"/>
          <p:cNvSpPr txBox="1"/>
          <p:nvPr>
            <p:ph idx="1" type="subTitle"/>
          </p:nvPr>
        </p:nvSpPr>
        <p:spPr>
          <a:xfrm>
            <a:off x="6558000" y="3946625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3" name="Google Shape;293;p41"/>
          <p:cNvSpPr txBox="1"/>
          <p:nvPr>
            <p:ph idx="3" type="ctrTitle"/>
          </p:nvPr>
        </p:nvSpPr>
        <p:spPr>
          <a:xfrm>
            <a:off x="6558000" y="2503200"/>
            <a:ext cx="1884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94" name="Google Shape;294;p41"/>
          <p:cNvSpPr txBox="1"/>
          <p:nvPr>
            <p:ph idx="4" type="subTitle"/>
          </p:nvPr>
        </p:nvSpPr>
        <p:spPr>
          <a:xfrm>
            <a:off x="6558000" y="2746475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5" name="Google Shape;295;p41"/>
          <p:cNvSpPr txBox="1"/>
          <p:nvPr>
            <p:ph idx="5" type="ctrTitle"/>
          </p:nvPr>
        </p:nvSpPr>
        <p:spPr>
          <a:xfrm>
            <a:off x="6558000" y="1303050"/>
            <a:ext cx="1884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296" name="Google Shape;296;p41"/>
          <p:cNvSpPr txBox="1"/>
          <p:nvPr>
            <p:ph idx="6" type="subTitle"/>
          </p:nvPr>
        </p:nvSpPr>
        <p:spPr>
          <a:xfrm>
            <a:off x="6558000" y="1555607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7" name="Google Shape;297;p41"/>
          <p:cNvSpPr/>
          <p:nvPr/>
        </p:nvSpPr>
        <p:spPr>
          <a:xfrm rot="4480716">
            <a:off x="183891" y="1589922"/>
            <a:ext cx="3620226" cy="286000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1"/>
          <p:cNvSpPr txBox="1"/>
          <p:nvPr>
            <p:ph hasCustomPrompt="1" idx="7" type="title"/>
          </p:nvPr>
        </p:nvSpPr>
        <p:spPr>
          <a:xfrm>
            <a:off x="4953000" y="1555607"/>
            <a:ext cx="1365300" cy="5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9" name="Google Shape;299;p41"/>
          <p:cNvSpPr txBox="1"/>
          <p:nvPr>
            <p:ph hasCustomPrompt="1" idx="8" type="title"/>
          </p:nvPr>
        </p:nvSpPr>
        <p:spPr>
          <a:xfrm>
            <a:off x="4953000" y="2746475"/>
            <a:ext cx="1365300" cy="5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0" name="Google Shape;300;p41"/>
          <p:cNvSpPr txBox="1"/>
          <p:nvPr>
            <p:ph hasCustomPrompt="1" idx="9" type="title"/>
          </p:nvPr>
        </p:nvSpPr>
        <p:spPr>
          <a:xfrm>
            <a:off x="4953000" y="3946625"/>
            <a:ext cx="1365300" cy="5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1">
    <p:bg>
      <p:bgPr>
        <a:solidFill>
          <a:schemeClr val="accent4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/>
          <p:nvPr/>
        </p:nvSpPr>
        <p:spPr>
          <a:xfrm rot="-9913928">
            <a:off x="-1548684" y="-61007"/>
            <a:ext cx="6263990" cy="494861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2"/>
          <p:cNvSpPr txBox="1"/>
          <p:nvPr>
            <p:ph idx="1" type="subTitle"/>
          </p:nvPr>
        </p:nvSpPr>
        <p:spPr>
          <a:xfrm>
            <a:off x="1104375" y="2668825"/>
            <a:ext cx="23904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42"/>
          <p:cNvSpPr txBox="1"/>
          <p:nvPr>
            <p:ph type="title"/>
          </p:nvPr>
        </p:nvSpPr>
        <p:spPr>
          <a:xfrm>
            <a:off x="1104375" y="1993625"/>
            <a:ext cx="36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8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 txBox="1"/>
          <p:nvPr>
            <p:ph idx="1" type="subTitle"/>
          </p:nvPr>
        </p:nvSpPr>
        <p:spPr>
          <a:xfrm>
            <a:off x="2768850" y="2437450"/>
            <a:ext cx="3606300" cy="9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3"/>
          <p:cNvSpPr txBox="1"/>
          <p:nvPr>
            <p:ph type="title"/>
          </p:nvPr>
        </p:nvSpPr>
        <p:spPr>
          <a:xfrm>
            <a:off x="2768850" y="1762250"/>
            <a:ext cx="36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8" name="Google Shape;308;p43"/>
          <p:cNvSpPr/>
          <p:nvPr/>
        </p:nvSpPr>
        <p:spPr>
          <a:xfrm flipH="1" rot="9913928">
            <a:off x="5277228" y="2202543"/>
            <a:ext cx="6263990" cy="494861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3"/>
          <p:cNvSpPr/>
          <p:nvPr/>
        </p:nvSpPr>
        <p:spPr>
          <a:xfrm flipH="1" rot="9913928">
            <a:off x="-2397222" y="-1359807"/>
            <a:ext cx="6263990" cy="494861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2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>
            <p:ph type="title"/>
          </p:nvPr>
        </p:nvSpPr>
        <p:spPr>
          <a:xfrm>
            <a:off x="4785300" y="439176"/>
            <a:ext cx="362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44"/>
          <p:cNvSpPr txBox="1"/>
          <p:nvPr>
            <p:ph idx="1" type="body"/>
          </p:nvPr>
        </p:nvSpPr>
        <p:spPr>
          <a:xfrm>
            <a:off x="4785300" y="1998925"/>
            <a:ext cx="3624000" cy="24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3" name="Google Shape;313;p44"/>
          <p:cNvSpPr/>
          <p:nvPr/>
        </p:nvSpPr>
        <p:spPr>
          <a:xfrm rot="7908038">
            <a:off x="-330773" y="1567994"/>
            <a:ext cx="4980118" cy="3933138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9">
    <p:bg>
      <p:bgPr>
        <a:solidFill>
          <a:schemeClr val="accent4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822900" y="430131"/>
            <a:ext cx="362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822900" y="1804288"/>
            <a:ext cx="3624000" cy="24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45"/>
          <p:cNvSpPr/>
          <p:nvPr/>
        </p:nvSpPr>
        <p:spPr>
          <a:xfrm rot="-7870612">
            <a:off x="3845377" y="177406"/>
            <a:ext cx="5611000" cy="4433399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/>
          <p:nvPr/>
        </p:nvSpPr>
        <p:spPr>
          <a:xfrm rot="10459170">
            <a:off x="527114" y="3341123"/>
            <a:ext cx="6310129" cy="4983532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6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rhee columns 3">
  <p:cSld name="CUSTOM_30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ctrTitle"/>
          </p:nvPr>
        </p:nvSpPr>
        <p:spPr>
          <a:xfrm>
            <a:off x="1311150" y="3166750"/>
            <a:ext cx="1884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323" name="Google Shape;323;p47"/>
          <p:cNvSpPr txBox="1"/>
          <p:nvPr>
            <p:ph idx="1" type="subTitle"/>
          </p:nvPr>
        </p:nvSpPr>
        <p:spPr>
          <a:xfrm>
            <a:off x="1311000" y="3420826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4" name="Google Shape;324;p47"/>
          <p:cNvSpPr txBox="1"/>
          <p:nvPr>
            <p:ph idx="2" type="ctrTitle"/>
          </p:nvPr>
        </p:nvSpPr>
        <p:spPr>
          <a:xfrm>
            <a:off x="3629850" y="3166725"/>
            <a:ext cx="18846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325" name="Google Shape;325;p47"/>
          <p:cNvSpPr txBox="1"/>
          <p:nvPr>
            <p:ph idx="3" type="subTitle"/>
          </p:nvPr>
        </p:nvSpPr>
        <p:spPr>
          <a:xfrm>
            <a:off x="3629700" y="3420813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6" name="Google Shape;326;p47"/>
          <p:cNvSpPr txBox="1"/>
          <p:nvPr>
            <p:ph idx="4" type="ctrTitle"/>
          </p:nvPr>
        </p:nvSpPr>
        <p:spPr>
          <a:xfrm>
            <a:off x="5894725" y="3166750"/>
            <a:ext cx="1990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9pPr>
          </a:lstStyle>
          <a:p/>
        </p:txBody>
      </p:sp>
      <p:sp>
        <p:nvSpPr>
          <p:cNvPr id="327" name="Google Shape;327;p47"/>
          <p:cNvSpPr txBox="1"/>
          <p:nvPr>
            <p:ph idx="5" type="subTitle"/>
          </p:nvPr>
        </p:nvSpPr>
        <p:spPr>
          <a:xfrm>
            <a:off x="5948400" y="3420826"/>
            <a:ext cx="18846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8" name="Google Shape;328;p47"/>
          <p:cNvSpPr txBox="1"/>
          <p:nvPr>
            <p:ph idx="6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4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" name="Google Shape;331;p48"/>
          <p:cNvSpPr txBox="1"/>
          <p:nvPr>
            <p:ph idx="1" type="subTitle"/>
          </p:nvPr>
        </p:nvSpPr>
        <p:spPr>
          <a:xfrm>
            <a:off x="3137700" y="1880550"/>
            <a:ext cx="2868600" cy="15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2" name="Google Shape;332;p48"/>
          <p:cNvSpPr txBox="1"/>
          <p:nvPr/>
        </p:nvSpPr>
        <p:spPr>
          <a:xfrm>
            <a:off x="3145075" y="3541600"/>
            <a:ext cx="28539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0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 This presentation template was created by </a:t>
            </a:r>
            <a:r>
              <a:rPr b="1" lang="en" sz="1000">
                <a:solidFill>
                  <a:schemeClr val="accen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, including icons by </a:t>
            </a:r>
            <a:r>
              <a:rPr b="1" lang="en" sz="1000">
                <a:solidFill>
                  <a:schemeClr val="accen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, and infographics &amp; images by</a:t>
            </a:r>
            <a:r>
              <a:rPr b="1"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000">
                <a:solidFill>
                  <a:schemeClr val="accen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en" sz="10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000">
              <a:solidFill>
                <a:schemeClr val="accent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33" name="Google Shape;333;p48"/>
          <p:cNvSpPr/>
          <p:nvPr/>
        </p:nvSpPr>
        <p:spPr>
          <a:xfrm flipH="1" rot="-2700000">
            <a:off x="-2739484" y="-2566139"/>
            <a:ext cx="6800971" cy="5371565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8"/>
          <p:cNvSpPr/>
          <p:nvPr/>
        </p:nvSpPr>
        <p:spPr>
          <a:xfrm flipH="1" rot="-1982644">
            <a:off x="5666629" y="549599"/>
            <a:ext cx="6801294" cy="5371345"/>
          </a:xfrm>
          <a:custGeom>
            <a:rect b="b" l="l" r="r" t="t"/>
            <a:pathLst>
              <a:path extrusionOk="0" h="165520" w="222074">
                <a:moveTo>
                  <a:pt x="83161" y="1"/>
                </a:moveTo>
                <a:cubicBezTo>
                  <a:pt x="63972" y="1"/>
                  <a:pt x="44809" y="7106"/>
                  <a:pt x="30207" y="19578"/>
                </a:cubicBezTo>
                <a:cubicBezTo>
                  <a:pt x="11049" y="36574"/>
                  <a:pt x="0" y="63300"/>
                  <a:pt x="4663" y="88483"/>
                </a:cubicBezTo>
                <a:cubicBezTo>
                  <a:pt x="9325" y="113665"/>
                  <a:pt x="31084" y="135555"/>
                  <a:pt x="56618" y="137519"/>
                </a:cubicBezTo>
                <a:cubicBezTo>
                  <a:pt x="58119" y="137635"/>
                  <a:pt x="59626" y="137687"/>
                  <a:pt x="61138" y="137687"/>
                </a:cubicBezTo>
                <a:cubicBezTo>
                  <a:pt x="76417" y="137687"/>
                  <a:pt x="92185" y="132320"/>
                  <a:pt x="106988" y="132320"/>
                </a:cubicBezTo>
                <a:cubicBezTo>
                  <a:pt x="113359" y="132320"/>
                  <a:pt x="119551" y="133314"/>
                  <a:pt x="125448" y="136158"/>
                </a:cubicBezTo>
                <a:cubicBezTo>
                  <a:pt x="137111" y="141782"/>
                  <a:pt x="144656" y="153574"/>
                  <a:pt x="155752" y="160251"/>
                </a:cubicBezTo>
                <a:cubicBezTo>
                  <a:pt x="161712" y="163837"/>
                  <a:pt x="168567" y="165520"/>
                  <a:pt x="175470" y="165520"/>
                </a:cubicBezTo>
                <a:cubicBezTo>
                  <a:pt x="189745" y="165520"/>
                  <a:pt x="204224" y="158321"/>
                  <a:pt x="211412" y="145862"/>
                </a:cubicBezTo>
                <a:cubicBezTo>
                  <a:pt x="222073" y="127377"/>
                  <a:pt x="214676" y="100796"/>
                  <a:pt x="195999" y="90478"/>
                </a:cubicBezTo>
                <a:cubicBezTo>
                  <a:pt x="186977" y="85493"/>
                  <a:pt x="176032" y="83945"/>
                  <a:pt x="168198" y="77248"/>
                </a:cubicBezTo>
                <a:cubicBezTo>
                  <a:pt x="163110" y="72900"/>
                  <a:pt x="159883" y="66822"/>
                  <a:pt x="156775" y="60895"/>
                </a:cubicBezTo>
                <a:cubicBezTo>
                  <a:pt x="143363" y="35326"/>
                  <a:pt x="134715" y="12398"/>
                  <a:pt x="105030" y="3245"/>
                </a:cubicBezTo>
                <a:cubicBezTo>
                  <a:pt x="97908" y="1049"/>
                  <a:pt x="90533" y="1"/>
                  <a:pt x="83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6">
  <p:cSld name="CUSTOM_15">
    <p:bg>
      <p:bgPr>
        <a:solidFill>
          <a:schemeClr val="accent4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type="title"/>
          </p:nvPr>
        </p:nvSpPr>
        <p:spPr>
          <a:xfrm>
            <a:off x="1203900" y="435186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" name="Google Shape;337;p49"/>
          <p:cNvSpPr txBox="1"/>
          <p:nvPr>
            <p:ph idx="1" type="body"/>
          </p:nvPr>
        </p:nvSpPr>
        <p:spPr>
          <a:xfrm>
            <a:off x="1085438" y="1348053"/>
            <a:ext cx="3381600" cy="29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857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857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857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857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857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857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8" name="Google Shape;338;p49"/>
          <p:cNvSpPr txBox="1"/>
          <p:nvPr>
            <p:ph idx="2" type="body"/>
          </p:nvPr>
        </p:nvSpPr>
        <p:spPr>
          <a:xfrm>
            <a:off x="4676963" y="1348053"/>
            <a:ext cx="3381600" cy="29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857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857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857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857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857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857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37">
    <p:bg>
      <p:bgPr>
        <a:solidFill>
          <a:schemeClr val="accent4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1203900" y="435186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1085438" y="1354450"/>
            <a:ext cx="3381600" cy="29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857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857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857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857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857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857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●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857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Lato"/>
              <a:buChar char="○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857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900"/>
              <a:buFont typeface="Lato"/>
              <a:buChar char="■"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 Light"/>
              <a:buChar char="●"/>
              <a:defRPr sz="18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○"/>
              <a:defRPr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■"/>
              <a:defRPr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●"/>
              <a:defRPr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○"/>
              <a:defRPr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■"/>
              <a:defRPr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●"/>
              <a:defRPr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○"/>
              <a:defRPr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■"/>
              <a:defRPr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hyperlink" Target="https://www.bccancer.bc.ca/health-professionals/clinical-resources/clinical-care-pathways/tumour-specific-pathway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bccancer.bc.ca/screening/Documents/Breast-Screening-Program-Report-2023.pdf" TargetMode="External"/><Relationship Id="rId4" Type="http://schemas.openxmlformats.org/officeDocument/2006/relationships/hyperlink" Target="https://www.bccancer.bc.ca/screening/Documents/Breast-Screening-Program-Report-2023.pdf" TargetMode="External"/><Relationship Id="rId9" Type="http://schemas.openxmlformats.org/officeDocument/2006/relationships/hyperlink" Target="https://pubmed.ncbi.nlm.nih.gov/8369525/" TargetMode="External"/><Relationship Id="rId5" Type="http://schemas.openxmlformats.org/officeDocument/2006/relationships/hyperlink" Target="https://www.bccancer.bc.ca/books/Documents/Clinical%20Care%20Pathways/Breast%20Clinical%20Pathway_Published_V2.pdf" TargetMode="External"/><Relationship Id="rId6" Type="http://schemas.openxmlformats.org/officeDocument/2006/relationships/hyperlink" Target="https://www.bccancer.bc.ca/books/Documents/Clinical%20Care%20Pathways/Breast%20Clinical%20Pathway_Published_V2.pdf" TargetMode="External"/><Relationship Id="rId7" Type="http://schemas.openxmlformats.org/officeDocument/2006/relationships/hyperlink" Target="https://swt.hlth.gov.bc.ca/WaitTimesResults.xhtml?rollupProcedure=20&amp;procName=Breast+Biopsy&amp;adult=Y" TargetMode="External"/><Relationship Id="rId8" Type="http://schemas.openxmlformats.org/officeDocument/2006/relationships/hyperlink" Target="https://pubmed.ncbi.nlm.nih.gov/8369525/" TargetMode="External"/><Relationship Id="rId11" Type="http://schemas.openxmlformats.org/officeDocument/2006/relationships/hyperlink" Target="https://pubmed.ncbi.nlm.nih.gov/22338328/" TargetMode="External"/><Relationship Id="rId10" Type="http://schemas.openxmlformats.org/officeDocument/2006/relationships/hyperlink" Target="https://www2.gov.bc.ca/assets/gov/employment-business-and-economic-development/rural-initiative/rural_initiative_-_draft_guidance.pdf" TargetMode="External"/><Relationship Id="rId13" Type="http://schemas.openxmlformats.org/officeDocument/2006/relationships/hyperlink" Target="https://pubmed.ncbi.nlm.nih.gov/34419025/" TargetMode="External"/><Relationship Id="rId12" Type="http://schemas.openxmlformats.org/officeDocument/2006/relationships/hyperlink" Target="https://pubmed.ncbi.nlm.nih.gov/22338328/" TargetMode="External"/><Relationship Id="rId15" Type="http://schemas.openxmlformats.org/officeDocument/2006/relationships/hyperlink" Target="https://pubmed.ncbi.nlm.nih.gov/26424811/" TargetMode="External"/><Relationship Id="rId14" Type="http://schemas.openxmlformats.org/officeDocument/2006/relationships/hyperlink" Target="https://pubmed.ncbi.nlm.nih.gov/34419025/" TargetMode="External"/><Relationship Id="rId17" Type="http://schemas.openxmlformats.org/officeDocument/2006/relationships/hyperlink" Target="https://jamanetwork.com/journals/jamasurgery/fullarticle/2813028?utm_source=openevidence&amp;utm_medium=referral" TargetMode="External"/><Relationship Id="rId16" Type="http://schemas.openxmlformats.org/officeDocument/2006/relationships/hyperlink" Target="https://pubmed.ncbi.nlm.nih.gov/26424811/" TargetMode="External"/><Relationship Id="rId19" Type="http://schemas.openxmlformats.org/officeDocument/2006/relationships/hyperlink" Target="https://pubmed.ncbi.nlm.nih.gov/40490647/" TargetMode="External"/><Relationship Id="rId18" Type="http://schemas.openxmlformats.org/officeDocument/2006/relationships/hyperlink" Target="https://jamanetwork.com/journals/jamasurgery/fullarticle/2813028?utm_source=openevidence&amp;utm_medium=referr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>
            <p:ph type="ctrTitle"/>
          </p:nvPr>
        </p:nvSpPr>
        <p:spPr>
          <a:xfrm>
            <a:off x="5197000" y="2205475"/>
            <a:ext cx="3576600" cy="12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000"/>
              <a:t>AI-Assisted, FNA-Based </a:t>
            </a:r>
            <a:r>
              <a:rPr lang="en" sz="3000"/>
              <a:t>Breast Cancer Screening Approach </a:t>
            </a:r>
            <a:endParaRPr sz="3000"/>
          </a:p>
        </p:txBody>
      </p:sp>
      <p:sp>
        <p:nvSpPr>
          <p:cNvPr id="347" name="Google Shape;347;p51"/>
          <p:cNvSpPr txBox="1"/>
          <p:nvPr>
            <p:ph idx="1" type="subTitle"/>
          </p:nvPr>
        </p:nvSpPr>
        <p:spPr>
          <a:xfrm>
            <a:off x="5197000" y="3574450"/>
            <a:ext cx="32877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Team 3: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Abhinav Aggarwal, </a:t>
            </a:r>
            <a:r>
              <a:rPr lang="en" sz="1200">
                <a:solidFill>
                  <a:schemeClr val="dk1"/>
                </a:solidFill>
              </a:rPr>
              <a:t>Jennifer Tsang, </a:t>
            </a:r>
            <a:r>
              <a:rPr lang="en" sz="1200">
                <a:solidFill>
                  <a:schemeClr val="dk1"/>
                </a:solidFill>
              </a:rPr>
              <a:t>Kevin Dong,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Lila Chan, </a:t>
            </a:r>
            <a:r>
              <a:rPr lang="en" sz="1200">
                <a:solidFill>
                  <a:schemeClr val="dk1"/>
                </a:solidFill>
              </a:rPr>
              <a:t>William Lee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348" name="Google Shape;348;p51"/>
          <p:cNvGrpSpPr/>
          <p:nvPr/>
        </p:nvGrpSpPr>
        <p:grpSpPr>
          <a:xfrm>
            <a:off x="1392875" y="-202129"/>
            <a:ext cx="3179118" cy="5547757"/>
            <a:chOff x="1392875" y="-202129"/>
            <a:chExt cx="3179118" cy="5547757"/>
          </a:xfrm>
        </p:grpSpPr>
        <p:sp>
          <p:nvSpPr>
            <p:cNvPr id="349" name="Google Shape;349;p51"/>
            <p:cNvSpPr/>
            <p:nvPr/>
          </p:nvSpPr>
          <p:spPr>
            <a:xfrm>
              <a:off x="3715175" y="2835550"/>
              <a:ext cx="95700" cy="118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1"/>
            <p:cNvSpPr/>
            <p:nvPr/>
          </p:nvSpPr>
          <p:spPr>
            <a:xfrm>
              <a:off x="1392875" y="-85877"/>
              <a:ext cx="2843362" cy="4071061"/>
            </a:xfrm>
            <a:custGeom>
              <a:rect b="b" l="l" r="r" t="t"/>
              <a:pathLst>
                <a:path extrusionOk="0" h="153770" w="107398">
                  <a:moveTo>
                    <a:pt x="54846" y="1"/>
                  </a:moveTo>
                  <a:cubicBezTo>
                    <a:pt x="45770" y="1"/>
                    <a:pt x="37616" y="2951"/>
                    <a:pt x="34593" y="7177"/>
                  </a:cubicBezTo>
                  <a:cubicBezTo>
                    <a:pt x="34240" y="7671"/>
                    <a:pt x="33960" y="8178"/>
                    <a:pt x="33754" y="8702"/>
                  </a:cubicBezTo>
                  <a:cubicBezTo>
                    <a:pt x="33591" y="8751"/>
                    <a:pt x="33431" y="8802"/>
                    <a:pt x="33268" y="8852"/>
                  </a:cubicBezTo>
                  <a:cubicBezTo>
                    <a:pt x="11119" y="15885"/>
                    <a:pt x="14434" y="36743"/>
                    <a:pt x="11291" y="54877"/>
                  </a:cubicBezTo>
                  <a:cubicBezTo>
                    <a:pt x="8864" y="68867"/>
                    <a:pt x="12108" y="83204"/>
                    <a:pt x="11522" y="91255"/>
                  </a:cubicBezTo>
                  <a:cubicBezTo>
                    <a:pt x="11345" y="93719"/>
                    <a:pt x="10804" y="95596"/>
                    <a:pt x="9639" y="96695"/>
                  </a:cubicBezTo>
                  <a:cubicBezTo>
                    <a:pt x="9564" y="96766"/>
                    <a:pt x="9493" y="96837"/>
                    <a:pt x="9417" y="96913"/>
                  </a:cubicBezTo>
                  <a:cubicBezTo>
                    <a:pt x="7954" y="98362"/>
                    <a:pt x="6383" y="100646"/>
                    <a:pt x="4954" y="103400"/>
                  </a:cubicBezTo>
                  <a:cubicBezTo>
                    <a:pt x="3265" y="106673"/>
                    <a:pt x="1781" y="110608"/>
                    <a:pt x="951" y="114607"/>
                  </a:cubicBezTo>
                  <a:lnTo>
                    <a:pt x="951" y="114615"/>
                  </a:lnTo>
                  <a:cubicBezTo>
                    <a:pt x="893" y="114884"/>
                    <a:pt x="838" y="115156"/>
                    <a:pt x="792" y="115423"/>
                  </a:cubicBezTo>
                  <a:cubicBezTo>
                    <a:pt x="93" y="119200"/>
                    <a:pt x="1" y="122988"/>
                    <a:pt x="884" y="126283"/>
                  </a:cubicBezTo>
                  <a:cubicBezTo>
                    <a:pt x="1455" y="128399"/>
                    <a:pt x="2368" y="130071"/>
                    <a:pt x="3483" y="131442"/>
                  </a:cubicBezTo>
                  <a:lnTo>
                    <a:pt x="3705" y="131714"/>
                  </a:lnTo>
                  <a:cubicBezTo>
                    <a:pt x="7908" y="136664"/>
                    <a:pt x="14615" y="137666"/>
                    <a:pt x="15830" y="142434"/>
                  </a:cubicBezTo>
                  <a:cubicBezTo>
                    <a:pt x="16416" y="144736"/>
                    <a:pt x="17972" y="146617"/>
                    <a:pt x="20138" y="148130"/>
                  </a:cubicBezTo>
                  <a:lnTo>
                    <a:pt x="20398" y="148311"/>
                  </a:lnTo>
                  <a:cubicBezTo>
                    <a:pt x="22623" y="149806"/>
                    <a:pt x="25461" y="150942"/>
                    <a:pt x="28550" y="151776"/>
                  </a:cubicBezTo>
                  <a:lnTo>
                    <a:pt x="28768" y="151839"/>
                  </a:lnTo>
                  <a:cubicBezTo>
                    <a:pt x="32715" y="152882"/>
                    <a:pt x="37057" y="153448"/>
                    <a:pt x="41059" y="153663"/>
                  </a:cubicBezTo>
                  <a:lnTo>
                    <a:pt x="41264" y="153675"/>
                  </a:lnTo>
                  <a:cubicBezTo>
                    <a:pt x="42530" y="153739"/>
                    <a:pt x="43761" y="153769"/>
                    <a:pt x="44933" y="153769"/>
                  </a:cubicBezTo>
                  <a:cubicBezTo>
                    <a:pt x="46428" y="153769"/>
                    <a:pt x="47828" y="153720"/>
                    <a:pt x="49085" y="153629"/>
                  </a:cubicBezTo>
                  <a:cubicBezTo>
                    <a:pt x="59496" y="152874"/>
                    <a:pt x="82402" y="153154"/>
                    <a:pt x="90856" y="151496"/>
                  </a:cubicBezTo>
                  <a:cubicBezTo>
                    <a:pt x="99309" y="149831"/>
                    <a:pt x="99992" y="143642"/>
                    <a:pt x="104632" y="141076"/>
                  </a:cubicBezTo>
                  <a:cubicBezTo>
                    <a:pt x="105570" y="140556"/>
                    <a:pt x="106245" y="139484"/>
                    <a:pt x="106664" y="138029"/>
                  </a:cubicBezTo>
                  <a:cubicBezTo>
                    <a:pt x="106836" y="137448"/>
                    <a:pt x="106962" y="136802"/>
                    <a:pt x="107050" y="136106"/>
                  </a:cubicBezTo>
                  <a:cubicBezTo>
                    <a:pt x="107397" y="133399"/>
                    <a:pt x="107138" y="129929"/>
                    <a:pt x="106312" y="126346"/>
                  </a:cubicBezTo>
                  <a:cubicBezTo>
                    <a:pt x="105266" y="121777"/>
                    <a:pt x="103303" y="117030"/>
                    <a:pt x="100512" y="113450"/>
                  </a:cubicBezTo>
                  <a:cubicBezTo>
                    <a:pt x="93572" y="104544"/>
                    <a:pt x="92817" y="70879"/>
                    <a:pt x="90701" y="60312"/>
                  </a:cubicBezTo>
                  <a:cubicBezTo>
                    <a:pt x="88593" y="49748"/>
                    <a:pt x="89075" y="31056"/>
                    <a:pt x="85885" y="22712"/>
                  </a:cubicBezTo>
                  <a:cubicBezTo>
                    <a:pt x="82567" y="14020"/>
                    <a:pt x="79528" y="5135"/>
                    <a:pt x="65191" y="1326"/>
                  </a:cubicBezTo>
                  <a:cubicBezTo>
                    <a:pt x="61761" y="413"/>
                    <a:pt x="58239" y="1"/>
                    <a:pt x="548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1"/>
            <p:cNvSpPr/>
            <p:nvPr/>
          </p:nvSpPr>
          <p:spPr>
            <a:xfrm>
              <a:off x="3102446" y="2036544"/>
              <a:ext cx="1458190" cy="1790134"/>
            </a:xfrm>
            <a:custGeom>
              <a:rect b="b" l="l" r="r" t="t"/>
              <a:pathLst>
                <a:path extrusionOk="0" h="67616" w="55078">
                  <a:moveTo>
                    <a:pt x="7459" y="0"/>
                  </a:moveTo>
                  <a:cubicBezTo>
                    <a:pt x="4544" y="0"/>
                    <a:pt x="1" y="4230"/>
                    <a:pt x="5352" y="13895"/>
                  </a:cubicBezTo>
                  <a:cubicBezTo>
                    <a:pt x="10875" y="23883"/>
                    <a:pt x="29077" y="59591"/>
                    <a:pt x="40396" y="66147"/>
                  </a:cubicBezTo>
                  <a:cubicBezTo>
                    <a:pt x="42095" y="67132"/>
                    <a:pt x="44299" y="67616"/>
                    <a:pt x="46473" y="67616"/>
                  </a:cubicBezTo>
                  <a:cubicBezTo>
                    <a:pt x="49811" y="67616"/>
                    <a:pt x="53078" y="66476"/>
                    <a:pt x="54340" y="64260"/>
                  </a:cubicBezTo>
                  <a:cubicBezTo>
                    <a:pt x="54918" y="63243"/>
                    <a:pt x="55078" y="62003"/>
                    <a:pt x="54628" y="60539"/>
                  </a:cubicBezTo>
                  <a:cubicBezTo>
                    <a:pt x="50777" y="48003"/>
                    <a:pt x="38429" y="29538"/>
                    <a:pt x="30294" y="17592"/>
                  </a:cubicBezTo>
                  <a:cubicBezTo>
                    <a:pt x="26440" y="11930"/>
                    <a:pt x="22858" y="8500"/>
                    <a:pt x="21587" y="7064"/>
                  </a:cubicBezTo>
                  <a:cubicBezTo>
                    <a:pt x="17329" y="2249"/>
                    <a:pt x="12615" y="767"/>
                    <a:pt x="9456" y="238"/>
                  </a:cubicBezTo>
                  <a:cubicBezTo>
                    <a:pt x="8816" y="131"/>
                    <a:pt x="8238" y="63"/>
                    <a:pt x="7740" y="14"/>
                  </a:cubicBezTo>
                  <a:cubicBezTo>
                    <a:pt x="7648" y="5"/>
                    <a:pt x="7555" y="0"/>
                    <a:pt x="7459" y="0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1"/>
            <p:cNvSpPr/>
            <p:nvPr/>
          </p:nvSpPr>
          <p:spPr>
            <a:xfrm>
              <a:off x="3102446" y="2036544"/>
              <a:ext cx="1438652" cy="1790134"/>
            </a:xfrm>
            <a:custGeom>
              <a:rect b="b" l="l" r="r" t="t"/>
              <a:pathLst>
                <a:path extrusionOk="0" h="67616" w="54340">
                  <a:moveTo>
                    <a:pt x="7459" y="0"/>
                  </a:moveTo>
                  <a:cubicBezTo>
                    <a:pt x="4544" y="0"/>
                    <a:pt x="1" y="4230"/>
                    <a:pt x="5352" y="13895"/>
                  </a:cubicBezTo>
                  <a:cubicBezTo>
                    <a:pt x="10875" y="23883"/>
                    <a:pt x="29077" y="59591"/>
                    <a:pt x="40396" y="66147"/>
                  </a:cubicBezTo>
                  <a:cubicBezTo>
                    <a:pt x="42095" y="67132"/>
                    <a:pt x="44299" y="67616"/>
                    <a:pt x="46473" y="67616"/>
                  </a:cubicBezTo>
                  <a:cubicBezTo>
                    <a:pt x="49811" y="67616"/>
                    <a:pt x="53078" y="66476"/>
                    <a:pt x="54340" y="64260"/>
                  </a:cubicBezTo>
                  <a:cubicBezTo>
                    <a:pt x="53093" y="64206"/>
                    <a:pt x="51908" y="63988"/>
                    <a:pt x="50834" y="63554"/>
                  </a:cubicBezTo>
                  <a:cubicBezTo>
                    <a:pt x="43123" y="60447"/>
                    <a:pt x="16779" y="18780"/>
                    <a:pt x="9456" y="238"/>
                  </a:cubicBezTo>
                  <a:cubicBezTo>
                    <a:pt x="8816" y="131"/>
                    <a:pt x="8238" y="63"/>
                    <a:pt x="7740" y="14"/>
                  </a:cubicBezTo>
                  <a:cubicBezTo>
                    <a:pt x="7648" y="5"/>
                    <a:pt x="7555" y="0"/>
                    <a:pt x="7459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51"/>
            <p:cNvSpPr/>
            <p:nvPr/>
          </p:nvSpPr>
          <p:spPr>
            <a:xfrm>
              <a:off x="1946547" y="1965353"/>
              <a:ext cx="1970852" cy="2737674"/>
            </a:xfrm>
            <a:custGeom>
              <a:rect b="b" l="l" r="r" t="t"/>
              <a:pathLst>
                <a:path extrusionOk="0" h="103406" w="74442">
                  <a:moveTo>
                    <a:pt x="30282" y="1"/>
                  </a:moveTo>
                  <a:cubicBezTo>
                    <a:pt x="14926" y="1"/>
                    <a:pt x="0" y="4329"/>
                    <a:pt x="399" y="18106"/>
                  </a:cubicBezTo>
                  <a:cubicBezTo>
                    <a:pt x="1091" y="41979"/>
                    <a:pt x="27386" y="62740"/>
                    <a:pt x="20467" y="101144"/>
                  </a:cubicBezTo>
                  <a:cubicBezTo>
                    <a:pt x="27211" y="102700"/>
                    <a:pt x="33589" y="103405"/>
                    <a:pt x="39665" y="103405"/>
                  </a:cubicBezTo>
                  <a:cubicBezTo>
                    <a:pt x="51302" y="103405"/>
                    <a:pt x="61827" y="100816"/>
                    <a:pt x="71673" y="96646"/>
                  </a:cubicBezTo>
                  <a:cubicBezTo>
                    <a:pt x="72365" y="89727"/>
                    <a:pt x="61293" y="64123"/>
                    <a:pt x="67867" y="53051"/>
                  </a:cubicBezTo>
                  <a:cubicBezTo>
                    <a:pt x="74441" y="41979"/>
                    <a:pt x="72711" y="11186"/>
                    <a:pt x="58872" y="4959"/>
                  </a:cubicBezTo>
                  <a:cubicBezTo>
                    <a:pt x="53019" y="2325"/>
                    <a:pt x="41535" y="1"/>
                    <a:pt x="302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51"/>
            <p:cNvSpPr/>
            <p:nvPr/>
          </p:nvSpPr>
          <p:spPr>
            <a:xfrm>
              <a:off x="2451849" y="2545447"/>
              <a:ext cx="1658553" cy="862688"/>
            </a:xfrm>
            <a:custGeom>
              <a:rect b="b" l="l" r="r" t="t"/>
              <a:pathLst>
                <a:path extrusionOk="0" h="32585" w="62646">
                  <a:moveTo>
                    <a:pt x="49689" y="0"/>
                  </a:moveTo>
                  <a:lnTo>
                    <a:pt x="5878" y="952"/>
                  </a:lnTo>
                  <a:cubicBezTo>
                    <a:pt x="3529" y="5222"/>
                    <a:pt x="2121" y="9034"/>
                    <a:pt x="1467" y="12411"/>
                  </a:cubicBezTo>
                  <a:cubicBezTo>
                    <a:pt x="0" y="19988"/>
                    <a:pt x="2328" y="25369"/>
                    <a:pt x="6397" y="28718"/>
                  </a:cubicBezTo>
                  <a:cubicBezTo>
                    <a:pt x="9797" y="31518"/>
                    <a:pt x="19265" y="32584"/>
                    <a:pt x="28922" y="32584"/>
                  </a:cubicBezTo>
                  <a:cubicBezTo>
                    <a:pt x="35973" y="32584"/>
                    <a:pt x="43125" y="32016"/>
                    <a:pt x="48089" y="31140"/>
                  </a:cubicBezTo>
                  <a:cubicBezTo>
                    <a:pt x="55240" y="29877"/>
                    <a:pt x="62645" y="25293"/>
                    <a:pt x="62535" y="17926"/>
                  </a:cubicBezTo>
                  <a:cubicBezTo>
                    <a:pt x="62469" y="13177"/>
                    <a:pt x="58104" y="6921"/>
                    <a:pt x="496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1"/>
            <p:cNvSpPr/>
            <p:nvPr/>
          </p:nvSpPr>
          <p:spPr>
            <a:xfrm>
              <a:off x="2451849" y="2874028"/>
              <a:ext cx="1658553" cy="534107"/>
            </a:xfrm>
            <a:custGeom>
              <a:rect b="b" l="l" r="r" t="t"/>
              <a:pathLst>
                <a:path extrusionOk="0" h="20174" w="62646">
                  <a:moveTo>
                    <a:pt x="1467" y="0"/>
                  </a:moveTo>
                  <a:lnTo>
                    <a:pt x="1467" y="0"/>
                  </a:lnTo>
                  <a:cubicBezTo>
                    <a:pt x="0" y="7577"/>
                    <a:pt x="2328" y="12958"/>
                    <a:pt x="6397" y="16307"/>
                  </a:cubicBezTo>
                  <a:cubicBezTo>
                    <a:pt x="9797" y="19107"/>
                    <a:pt x="19265" y="20173"/>
                    <a:pt x="28922" y="20173"/>
                  </a:cubicBezTo>
                  <a:cubicBezTo>
                    <a:pt x="35973" y="20173"/>
                    <a:pt x="43125" y="19605"/>
                    <a:pt x="48089" y="18729"/>
                  </a:cubicBezTo>
                  <a:cubicBezTo>
                    <a:pt x="55240" y="17466"/>
                    <a:pt x="62645" y="12882"/>
                    <a:pt x="62535" y="5515"/>
                  </a:cubicBezTo>
                  <a:lnTo>
                    <a:pt x="62535" y="5515"/>
                  </a:lnTo>
                  <a:cubicBezTo>
                    <a:pt x="59434" y="10003"/>
                    <a:pt x="52663" y="14144"/>
                    <a:pt x="35098" y="14421"/>
                  </a:cubicBezTo>
                  <a:cubicBezTo>
                    <a:pt x="34216" y="14435"/>
                    <a:pt x="33358" y="14443"/>
                    <a:pt x="32523" y="14443"/>
                  </a:cubicBezTo>
                  <a:cubicBezTo>
                    <a:pt x="14291" y="14443"/>
                    <a:pt x="7028" y="11021"/>
                    <a:pt x="1467" y="0"/>
                  </a:cubicBezTo>
                  <a:close/>
                </a:path>
              </a:pathLst>
            </a:custGeom>
            <a:solidFill>
              <a:schemeClr val="accent1">
                <a:alpha val="290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1"/>
            <p:cNvSpPr/>
            <p:nvPr/>
          </p:nvSpPr>
          <p:spPr>
            <a:xfrm>
              <a:off x="3052011" y="2630299"/>
              <a:ext cx="291199" cy="206214"/>
            </a:xfrm>
            <a:custGeom>
              <a:rect b="b" l="l" r="r" t="t"/>
              <a:pathLst>
                <a:path extrusionOk="0" h="7789" w="10999">
                  <a:moveTo>
                    <a:pt x="2336" y="0"/>
                  </a:moveTo>
                  <a:cubicBezTo>
                    <a:pt x="1615" y="0"/>
                    <a:pt x="837" y="64"/>
                    <a:pt x="1" y="206"/>
                  </a:cubicBezTo>
                  <a:cubicBezTo>
                    <a:pt x="1" y="206"/>
                    <a:pt x="6806" y="303"/>
                    <a:pt x="10911" y="7788"/>
                  </a:cubicBezTo>
                  <a:cubicBezTo>
                    <a:pt x="10998" y="5763"/>
                    <a:pt x="9697" y="3042"/>
                    <a:pt x="7875" y="1757"/>
                  </a:cubicBezTo>
                  <a:cubicBezTo>
                    <a:pt x="6695" y="786"/>
                    <a:pt x="4865" y="0"/>
                    <a:pt x="2336" y="0"/>
                  </a:cubicBezTo>
                  <a:close/>
                </a:path>
              </a:pathLst>
            </a:custGeom>
            <a:solidFill>
              <a:schemeClr val="accent1">
                <a:alpha val="290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1"/>
            <p:cNvSpPr/>
            <p:nvPr/>
          </p:nvSpPr>
          <p:spPr>
            <a:xfrm>
              <a:off x="2465510" y="1684692"/>
              <a:ext cx="720173" cy="454893"/>
            </a:xfrm>
            <a:custGeom>
              <a:rect b="b" l="l" r="r" t="t"/>
              <a:pathLst>
                <a:path extrusionOk="0" h="17182" w="27202">
                  <a:moveTo>
                    <a:pt x="13449" y="0"/>
                  </a:moveTo>
                  <a:cubicBezTo>
                    <a:pt x="10591" y="0"/>
                    <a:pt x="7744" y="372"/>
                    <a:pt x="5535" y="1201"/>
                  </a:cubicBezTo>
                  <a:cubicBezTo>
                    <a:pt x="0" y="3277"/>
                    <a:pt x="2075" y="5135"/>
                    <a:pt x="1729" y="8249"/>
                  </a:cubicBezTo>
                  <a:cubicBezTo>
                    <a:pt x="1671" y="8774"/>
                    <a:pt x="1594" y="9245"/>
                    <a:pt x="1519" y="9678"/>
                  </a:cubicBezTo>
                  <a:cubicBezTo>
                    <a:pt x="1144" y="11809"/>
                    <a:pt x="803" y="12954"/>
                    <a:pt x="2940" y="14522"/>
                  </a:cubicBezTo>
                  <a:cubicBezTo>
                    <a:pt x="5327" y="16273"/>
                    <a:pt x="9994" y="17182"/>
                    <a:pt x="14516" y="17182"/>
                  </a:cubicBezTo>
                  <a:cubicBezTo>
                    <a:pt x="18930" y="17182"/>
                    <a:pt x="23204" y="16316"/>
                    <a:pt x="25084" y="14522"/>
                  </a:cubicBezTo>
                  <a:cubicBezTo>
                    <a:pt x="27201" y="12501"/>
                    <a:pt x="27043" y="10615"/>
                    <a:pt x="26565" y="8619"/>
                  </a:cubicBezTo>
                  <a:cubicBezTo>
                    <a:pt x="26243" y="7262"/>
                    <a:pt x="25776" y="5854"/>
                    <a:pt x="25776" y="4315"/>
                  </a:cubicBezTo>
                  <a:cubicBezTo>
                    <a:pt x="25776" y="1718"/>
                    <a:pt x="19589" y="0"/>
                    <a:pt x="134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1"/>
            <p:cNvSpPr/>
            <p:nvPr/>
          </p:nvSpPr>
          <p:spPr>
            <a:xfrm>
              <a:off x="2486743" y="1912853"/>
              <a:ext cx="698940" cy="226732"/>
            </a:xfrm>
            <a:custGeom>
              <a:rect b="b" l="l" r="r" t="t"/>
              <a:pathLst>
                <a:path extrusionOk="0" h="8564" w="26400">
                  <a:moveTo>
                    <a:pt x="25763" y="1"/>
                  </a:moveTo>
                  <a:lnTo>
                    <a:pt x="25763" y="1"/>
                  </a:lnTo>
                  <a:cubicBezTo>
                    <a:pt x="25679" y="175"/>
                    <a:pt x="25609" y="356"/>
                    <a:pt x="25552" y="541"/>
                  </a:cubicBezTo>
                  <a:cubicBezTo>
                    <a:pt x="24371" y="4222"/>
                    <a:pt x="20573" y="5883"/>
                    <a:pt x="14826" y="6052"/>
                  </a:cubicBezTo>
                  <a:cubicBezTo>
                    <a:pt x="14506" y="6062"/>
                    <a:pt x="14184" y="6067"/>
                    <a:pt x="13863" y="6067"/>
                  </a:cubicBezTo>
                  <a:cubicBezTo>
                    <a:pt x="8546" y="6067"/>
                    <a:pt x="3114" y="4739"/>
                    <a:pt x="717" y="1060"/>
                  </a:cubicBezTo>
                  <a:lnTo>
                    <a:pt x="717" y="1060"/>
                  </a:lnTo>
                  <a:cubicBezTo>
                    <a:pt x="342" y="3191"/>
                    <a:pt x="1" y="4336"/>
                    <a:pt x="2138" y="5904"/>
                  </a:cubicBezTo>
                  <a:cubicBezTo>
                    <a:pt x="4525" y="7655"/>
                    <a:pt x="9192" y="8564"/>
                    <a:pt x="13714" y="8564"/>
                  </a:cubicBezTo>
                  <a:cubicBezTo>
                    <a:pt x="18128" y="8564"/>
                    <a:pt x="22402" y="7698"/>
                    <a:pt x="24282" y="5904"/>
                  </a:cubicBezTo>
                  <a:cubicBezTo>
                    <a:pt x="26399" y="3883"/>
                    <a:pt x="26241" y="1997"/>
                    <a:pt x="25763" y="1"/>
                  </a:cubicBezTo>
                  <a:close/>
                </a:path>
              </a:pathLst>
            </a:custGeom>
            <a:solidFill>
              <a:schemeClr val="accent1">
                <a:alpha val="290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1"/>
            <p:cNvSpPr/>
            <p:nvPr/>
          </p:nvSpPr>
          <p:spPr>
            <a:xfrm>
              <a:off x="2559364" y="1706613"/>
              <a:ext cx="532598" cy="116331"/>
            </a:xfrm>
            <a:custGeom>
              <a:rect b="b" l="l" r="r" t="t"/>
              <a:pathLst>
                <a:path extrusionOk="0" h="4394" w="20117">
                  <a:moveTo>
                    <a:pt x="10058" y="0"/>
                  </a:moveTo>
                  <a:cubicBezTo>
                    <a:pt x="6651" y="0"/>
                    <a:pt x="3638" y="374"/>
                    <a:pt x="1819" y="940"/>
                  </a:cubicBezTo>
                  <a:cubicBezTo>
                    <a:pt x="671" y="1296"/>
                    <a:pt x="0" y="1727"/>
                    <a:pt x="0" y="2197"/>
                  </a:cubicBezTo>
                  <a:cubicBezTo>
                    <a:pt x="0" y="2646"/>
                    <a:pt x="613" y="3061"/>
                    <a:pt x="1660" y="3403"/>
                  </a:cubicBezTo>
                  <a:cubicBezTo>
                    <a:pt x="3458" y="4003"/>
                    <a:pt x="6550" y="4393"/>
                    <a:pt x="10058" y="4393"/>
                  </a:cubicBezTo>
                  <a:cubicBezTo>
                    <a:pt x="13599" y="4393"/>
                    <a:pt x="16709" y="3995"/>
                    <a:pt x="18504" y="3391"/>
                  </a:cubicBezTo>
                  <a:cubicBezTo>
                    <a:pt x="19526" y="3048"/>
                    <a:pt x="20116" y="2637"/>
                    <a:pt x="20116" y="2197"/>
                  </a:cubicBezTo>
                  <a:cubicBezTo>
                    <a:pt x="20116" y="1702"/>
                    <a:pt x="19366" y="1245"/>
                    <a:pt x="18101" y="881"/>
                  </a:cubicBezTo>
                  <a:cubicBezTo>
                    <a:pt x="16266" y="344"/>
                    <a:pt x="13349" y="0"/>
                    <a:pt x="100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1"/>
            <p:cNvSpPr/>
            <p:nvPr/>
          </p:nvSpPr>
          <p:spPr>
            <a:xfrm>
              <a:off x="2602650" y="1513425"/>
              <a:ext cx="446607" cy="309519"/>
            </a:xfrm>
            <a:custGeom>
              <a:rect b="b" l="l" r="r" t="t"/>
              <a:pathLst>
                <a:path extrusionOk="0" h="11691" w="16869">
                  <a:moveTo>
                    <a:pt x="0" y="1"/>
                  </a:moveTo>
                  <a:cubicBezTo>
                    <a:pt x="159" y="1053"/>
                    <a:pt x="264" y="2516"/>
                    <a:pt x="294" y="4163"/>
                  </a:cubicBezTo>
                  <a:cubicBezTo>
                    <a:pt x="314" y="5178"/>
                    <a:pt x="260" y="6740"/>
                    <a:pt x="184" y="8237"/>
                  </a:cubicBezTo>
                  <a:cubicBezTo>
                    <a:pt x="138" y="9125"/>
                    <a:pt x="80" y="9993"/>
                    <a:pt x="25" y="10700"/>
                  </a:cubicBezTo>
                  <a:cubicBezTo>
                    <a:pt x="1823" y="11300"/>
                    <a:pt x="4915" y="11690"/>
                    <a:pt x="8423" y="11690"/>
                  </a:cubicBezTo>
                  <a:cubicBezTo>
                    <a:pt x="11964" y="11690"/>
                    <a:pt x="15074" y="11292"/>
                    <a:pt x="16869" y="10688"/>
                  </a:cubicBezTo>
                  <a:cubicBezTo>
                    <a:pt x="16738" y="10076"/>
                    <a:pt x="16571" y="8983"/>
                    <a:pt x="16467" y="8178"/>
                  </a:cubicBezTo>
                  <a:cubicBezTo>
                    <a:pt x="16437" y="7909"/>
                    <a:pt x="16408" y="7675"/>
                    <a:pt x="16396" y="7499"/>
                  </a:cubicBezTo>
                  <a:cubicBezTo>
                    <a:pt x="16215" y="5362"/>
                    <a:pt x="16353" y="2775"/>
                    <a:pt x="16743" y="12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1"/>
            <p:cNvSpPr/>
            <p:nvPr/>
          </p:nvSpPr>
          <p:spPr>
            <a:xfrm>
              <a:off x="2602598" y="1513504"/>
              <a:ext cx="443297" cy="199304"/>
            </a:xfrm>
            <a:custGeom>
              <a:rect b="b" l="l" r="r" t="t"/>
              <a:pathLst>
                <a:path extrusionOk="0" h="7528" w="16744">
                  <a:moveTo>
                    <a:pt x="0" y="0"/>
                  </a:moveTo>
                  <a:cubicBezTo>
                    <a:pt x="160" y="1050"/>
                    <a:pt x="264" y="2512"/>
                    <a:pt x="296" y="4161"/>
                  </a:cubicBezTo>
                  <a:cubicBezTo>
                    <a:pt x="4458" y="6962"/>
                    <a:pt x="10509" y="7528"/>
                    <a:pt x="14701" y="7528"/>
                  </a:cubicBezTo>
                  <a:cubicBezTo>
                    <a:pt x="15309" y="7528"/>
                    <a:pt x="15879" y="7516"/>
                    <a:pt x="16398" y="7497"/>
                  </a:cubicBezTo>
                  <a:cubicBezTo>
                    <a:pt x="16215" y="5359"/>
                    <a:pt x="16355" y="2772"/>
                    <a:pt x="16744" y="128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1"/>
            <p:cNvSpPr/>
            <p:nvPr/>
          </p:nvSpPr>
          <p:spPr>
            <a:xfrm>
              <a:off x="2596349" y="590533"/>
              <a:ext cx="240102" cy="510464"/>
            </a:xfrm>
            <a:custGeom>
              <a:rect b="b" l="l" r="r" t="t"/>
              <a:pathLst>
                <a:path extrusionOk="0" h="19281" w="9069">
                  <a:moveTo>
                    <a:pt x="3505" y="1"/>
                  </a:moveTo>
                  <a:lnTo>
                    <a:pt x="1" y="11837"/>
                  </a:lnTo>
                  <a:cubicBezTo>
                    <a:pt x="878" y="16090"/>
                    <a:pt x="74" y="19001"/>
                    <a:pt x="1717" y="19260"/>
                  </a:cubicBezTo>
                  <a:cubicBezTo>
                    <a:pt x="1801" y="19274"/>
                    <a:pt x="1896" y="19281"/>
                    <a:pt x="2000" y="19281"/>
                  </a:cubicBezTo>
                  <a:cubicBezTo>
                    <a:pt x="3932" y="19281"/>
                    <a:pt x="9068" y="16744"/>
                    <a:pt x="8036" y="2551"/>
                  </a:cubicBezTo>
                  <a:lnTo>
                    <a:pt x="35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1"/>
            <p:cNvSpPr/>
            <p:nvPr/>
          </p:nvSpPr>
          <p:spPr>
            <a:xfrm>
              <a:off x="2905339" y="2966187"/>
              <a:ext cx="555048" cy="306369"/>
            </a:xfrm>
            <a:custGeom>
              <a:rect b="b" l="l" r="r" t="t"/>
              <a:pathLst>
                <a:path extrusionOk="0" h="11572" w="20965">
                  <a:moveTo>
                    <a:pt x="1129" y="1"/>
                  </a:moveTo>
                  <a:cubicBezTo>
                    <a:pt x="64" y="1"/>
                    <a:pt x="0" y="949"/>
                    <a:pt x="431" y="2054"/>
                  </a:cubicBezTo>
                  <a:cubicBezTo>
                    <a:pt x="854" y="3142"/>
                    <a:pt x="1761" y="4381"/>
                    <a:pt x="2660" y="4984"/>
                  </a:cubicBezTo>
                  <a:cubicBezTo>
                    <a:pt x="4533" y="6244"/>
                    <a:pt x="8345" y="7449"/>
                    <a:pt x="9025" y="9427"/>
                  </a:cubicBezTo>
                  <a:cubicBezTo>
                    <a:pt x="9152" y="9795"/>
                    <a:pt x="9680" y="10136"/>
                    <a:pt x="10445" y="10436"/>
                  </a:cubicBezTo>
                  <a:cubicBezTo>
                    <a:pt x="12207" y="11121"/>
                    <a:pt x="15226" y="11571"/>
                    <a:pt x="17500" y="11571"/>
                  </a:cubicBezTo>
                  <a:cubicBezTo>
                    <a:pt x="19528" y="11571"/>
                    <a:pt x="20964" y="11213"/>
                    <a:pt x="20390" y="10345"/>
                  </a:cubicBezTo>
                  <a:cubicBezTo>
                    <a:pt x="16240" y="4079"/>
                    <a:pt x="14602" y="3549"/>
                    <a:pt x="9303" y="2645"/>
                  </a:cubicBezTo>
                  <a:cubicBezTo>
                    <a:pt x="4009" y="1744"/>
                    <a:pt x="3918" y="332"/>
                    <a:pt x="1391" y="18"/>
                  </a:cubicBezTo>
                  <a:cubicBezTo>
                    <a:pt x="1298" y="6"/>
                    <a:pt x="1211" y="1"/>
                    <a:pt x="1129" y="1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1"/>
            <p:cNvSpPr/>
            <p:nvPr/>
          </p:nvSpPr>
          <p:spPr>
            <a:xfrm>
              <a:off x="2916723" y="3020567"/>
              <a:ext cx="265147" cy="221913"/>
            </a:xfrm>
            <a:custGeom>
              <a:rect b="b" l="l" r="r" t="t"/>
              <a:pathLst>
                <a:path extrusionOk="0" h="8382" w="10015">
                  <a:moveTo>
                    <a:pt x="1" y="0"/>
                  </a:moveTo>
                  <a:lnTo>
                    <a:pt x="1" y="0"/>
                  </a:lnTo>
                  <a:cubicBezTo>
                    <a:pt x="424" y="1088"/>
                    <a:pt x="1331" y="2327"/>
                    <a:pt x="2230" y="2930"/>
                  </a:cubicBezTo>
                  <a:cubicBezTo>
                    <a:pt x="4103" y="4190"/>
                    <a:pt x="7915" y="5395"/>
                    <a:pt x="8595" y="7373"/>
                  </a:cubicBezTo>
                  <a:cubicBezTo>
                    <a:pt x="8722" y="7741"/>
                    <a:pt x="9250" y="8082"/>
                    <a:pt x="10015" y="8382"/>
                  </a:cubicBezTo>
                  <a:cubicBezTo>
                    <a:pt x="9958" y="7809"/>
                    <a:pt x="9713" y="7071"/>
                    <a:pt x="9115" y="6146"/>
                  </a:cubicBezTo>
                  <a:cubicBezTo>
                    <a:pt x="7576" y="3780"/>
                    <a:pt x="3425" y="3091"/>
                    <a:pt x="1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1"/>
            <p:cNvSpPr/>
            <p:nvPr/>
          </p:nvSpPr>
          <p:spPr>
            <a:xfrm>
              <a:off x="2599076" y="3130783"/>
              <a:ext cx="1972917" cy="719246"/>
            </a:xfrm>
            <a:custGeom>
              <a:rect b="b" l="l" r="r" t="t"/>
              <a:pathLst>
                <a:path extrusionOk="0" h="27167" w="74520">
                  <a:moveTo>
                    <a:pt x="1712" y="0"/>
                  </a:moveTo>
                  <a:cubicBezTo>
                    <a:pt x="994" y="0"/>
                    <a:pt x="446" y="313"/>
                    <a:pt x="72" y="1118"/>
                  </a:cubicBezTo>
                  <a:cubicBezTo>
                    <a:pt x="25" y="1445"/>
                    <a:pt x="3" y="1776"/>
                    <a:pt x="5" y="2108"/>
                  </a:cubicBezTo>
                  <a:cubicBezTo>
                    <a:pt x="1" y="2476"/>
                    <a:pt x="24" y="2845"/>
                    <a:pt x="76" y="3209"/>
                  </a:cubicBezTo>
                  <a:cubicBezTo>
                    <a:pt x="207" y="4213"/>
                    <a:pt x="520" y="5216"/>
                    <a:pt x="994" y="6201"/>
                  </a:cubicBezTo>
                  <a:lnTo>
                    <a:pt x="996" y="6208"/>
                  </a:lnTo>
                  <a:cubicBezTo>
                    <a:pt x="1058" y="6339"/>
                    <a:pt x="1123" y="6469"/>
                    <a:pt x="1192" y="6597"/>
                  </a:cubicBezTo>
                  <a:cubicBezTo>
                    <a:pt x="1498" y="7173"/>
                    <a:pt x="1844" y="7727"/>
                    <a:pt x="2229" y="8255"/>
                  </a:cubicBezTo>
                  <a:cubicBezTo>
                    <a:pt x="3663" y="10250"/>
                    <a:pt x="5707" y="12103"/>
                    <a:pt x="8127" y="13648"/>
                  </a:cubicBezTo>
                  <a:cubicBezTo>
                    <a:pt x="13085" y="16815"/>
                    <a:pt x="14383" y="17253"/>
                    <a:pt x="28095" y="17424"/>
                  </a:cubicBezTo>
                  <a:cubicBezTo>
                    <a:pt x="41802" y="17593"/>
                    <a:pt x="46230" y="23735"/>
                    <a:pt x="58291" y="26633"/>
                  </a:cubicBezTo>
                  <a:cubicBezTo>
                    <a:pt x="59802" y="26997"/>
                    <a:pt x="61316" y="27167"/>
                    <a:pt x="62773" y="27167"/>
                  </a:cubicBezTo>
                  <a:cubicBezTo>
                    <a:pt x="66110" y="27167"/>
                    <a:pt x="69146" y="26275"/>
                    <a:pt x="71144" y="24777"/>
                  </a:cubicBezTo>
                  <a:cubicBezTo>
                    <a:pt x="72127" y="24048"/>
                    <a:pt x="72857" y="23171"/>
                    <a:pt x="73254" y="22183"/>
                  </a:cubicBezTo>
                  <a:cubicBezTo>
                    <a:pt x="74520" y="19039"/>
                    <a:pt x="71656" y="13534"/>
                    <a:pt x="66596" y="9650"/>
                  </a:cubicBezTo>
                  <a:cubicBezTo>
                    <a:pt x="59176" y="3954"/>
                    <a:pt x="41329" y="7557"/>
                    <a:pt x="29860" y="2930"/>
                  </a:cubicBezTo>
                  <a:cubicBezTo>
                    <a:pt x="28193" y="2257"/>
                    <a:pt x="26435" y="2014"/>
                    <a:pt x="24713" y="2014"/>
                  </a:cubicBezTo>
                  <a:cubicBezTo>
                    <a:pt x="20198" y="2014"/>
                    <a:pt x="15938" y="3689"/>
                    <a:pt x="14257" y="3689"/>
                  </a:cubicBezTo>
                  <a:cubicBezTo>
                    <a:pt x="14210" y="3689"/>
                    <a:pt x="14165" y="3688"/>
                    <a:pt x="14123" y="3686"/>
                  </a:cubicBezTo>
                  <a:cubicBezTo>
                    <a:pt x="8215" y="3320"/>
                    <a:pt x="4055" y="0"/>
                    <a:pt x="1712" y="0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1"/>
            <p:cNvSpPr/>
            <p:nvPr/>
          </p:nvSpPr>
          <p:spPr>
            <a:xfrm>
              <a:off x="2686762" y="3048313"/>
              <a:ext cx="453781" cy="215401"/>
            </a:xfrm>
            <a:custGeom>
              <a:rect b="b" l="l" r="r" t="t"/>
              <a:pathLst>
                <a:path extrusionOk="0" h="8136" w="17140">
                  <a:moveTo>
                    <a:pt x="2507" y="1"/>
                  </a:moveTo>
                  <a:cubicBezTo>
                    <a:pt x="856" y="1"/>
                    <a:pt x="1" y="1422"/>
                    <a:pt x="1393" y="2435"/>
                  </a:cubicBezTo>
                  <a:cubicBezTo>
                    <a:pt x="3313" y="3831"/>
                    <a:pt x="10071" y="7485"/>
                    <a:pt x="12812" y="8135"/>
                  </a:cubicBezTo>
                  <a:cubicBezTo>
                    <a:pt x="14606" y="8128"/>
                    <a:pt x="16764" y="7190"/>
                    <a:pt x="17139" y="5669"/>
                  </a:cubicBezTo>
                  <a:cubicBezTo>
                    <a:pt x="10800" y="4077"/>
                    <a:pt x="6949" y="1949"/>
                    <a:pt x="4292" y="498"/>
                  </a:cubicBezTo>
                  <a:cubicBezTo>
                    <a:pt x="3647" y="147"/>
                    <a:pt x="3036" y="1"/>
                    <a:pt x="2507" y="1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51"/>
            <p:cNvSpPr/>
            <p:nvPr/>
          </p:nvSpPr>
          <p:spPr>
            <a:xfrm>
              <a:off x="2625419" y="3295139"/>
              <a:ext cx="1857221" cy="554890"/>
            </a:xfrm>
            <a:custGeom>
              <a:rect b="b" l="l" r="r" t="t"/>
              <a:pathLst>
                <a:path extrusionOk="0" h="20959" w="70150">
                  <a:moveTo>
                    <a:pt x="1" y="0"/>
                  </a:moveTo>
                  <a:lnTo>
                    <a:pt x="1" y="0"/>
                  </a:lnTo>
                  <a:cubicBezTo>
                    <a:pt x="63" y="131"/>
                    <a:pt x="128" y="261"/>
                    <a:pt x="197" y="389"/>
                  </a:cubicBezTo>
                  <a:cubicBezTo>
                    <a:pt x="502" y="965"/>
                    <a:pt x="849" y="1519"/>
                    <a:pt x="1233" y="2047"/>
                  </a:cubicBezTo>
                  <a:cubicBezTo>
                    <a:pt x="2668" y="4042"/>
                    <a:pt x="4712" y="5895"/>
                    <a:pt x="7131" y="7440"/>
                  </a:cubicBezTo>
                  <a:cubicBezTo>
                    <a:pt x="12090" y="10607"/>
                    <a:pt x="13388" y="11045"/>
                    <a:pt x="27100" y="11216"/>
                  </a:cubicBezTo>
                  <a:cubicBezTo>
                    <a:pt x="40806" y="11385"/>
                    <a:pt x="45235" y="17527"/>
                    <a:pt x="57295" y="20425"/>
                  </a:cubicBezTo>
                  <a:cubicBezTo>
                    <a:pt x="58806" y="20789"/>
                    <a:pt x="60320" y="20959"/>
                    <a:pt x="61777" y="20959"/>
                  </a:cubicBezTo>
                  <a:cubicBezTo>
                    <a:pt x="65115" y="20959"/>
                    <a:pt x="68151" y="20067"/>
                    <a:pt x="70149" y="18569"/>
                  </a:cubicBezTo>
                  <a:lnTo>
                    <a:pt x="70149" y="18569"/>
                  </a:lnTo>
                  <a:cubicBezTo>
                    <a:pt x="68998" y="18702"/>
                    <a:pt x="67878" y="18764"/>
                    <a:pt x="66787" y="18764"/>
                  </a:cubicBezTo>
                  <a:cubicBezTo>
                    <a:pt x="53083" y="18764"/>
                    <a:pt x="43730" y="9040"/>
                    <a:pt x="30559" y="9040"/>
                  </a:cubicBezTo>
                  <a:cubicBezTo>
                    <a:pt x="30428" y="9040"/>
                    <a:pt x="30296" y="9041"/>
                    <a:pt x="30164" y="9043"/>
                  </a:cubicBezTo>
                  <a:cubicBezTo>
                    <a:pt x="29336" y="9055"/>
                    <a:pt x="28532" y="9062"/>
                    <a:pt x="27749" y="9062"/>
                  </a:cubicBezTo>
                  <a:cubicBezTo>
                    <a:pt x="14780" y="9062"/>
                    <a:pt x="7866" y="7280"/>
                    <a:pt x="1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1"/>
            <p:cNvSpPr/>
            <p:nvPr/>
          </p:nvSpPr>
          <p:spPr>
            <a:xfrm>
              <a:off x="1956316" y="4111787"/>
              <a:ext cx="2308991" cy="1233841"/>
            </a:xfrm>
            <a:custGeom>
              <a:rect b="b" l="l" r="r" t="t"/>
              <a:pathLst>
                <a:path extrusionOk="0" h="46604" w="87214">
                  <a:moveTo>
                    <a:pt x="68191" y="0"/>
                  </a:moveTo>
                  <a:cubicBezTo>
                    <a:pt x="59880" y="2732"/>
                    <a:pt x="51506" y="4527"/>
                    <a:pt x="43008" y="4527"/>
                  </a:cubicBezTo>
                  <a:cubicBezTo>
                    <a:pt x="35727" y="4527"/>
                    <a:pt x="28356" y="3210"/>
                    <a:pt x="20855" y="34"/>
                  </a:cubicBezTo>
                  <a:cubicBezTo>
                    <a:pt x="18227" y="2298"/>
                    <a:pt x="15901" y="4799"/>
                    <a:pt x="13852" y="7435"/>
                  </a:cubicBezTo>
                  <a:cubicBezTo>
                    <a:pt x="3689" y="20482"/>
                    <a:pt x="201" y="36931"/>
                    <a:pt x="13" y="45141"/>
                  </a:cubicBezTo>
                  <a:cubicBezTo>
                    <a:pt x="1" y="45645"/>
                    <a:pt x="5" y="46135"/>
                    <a:pt x="22" y="46604"/>
                  </a:cubicBezTo>
                  <a:lnTo>
                    <a:pt x="87214" y="46604"/>
                  </a:lnTo>
                  <a:cubicBezTo>
                    <a:pt x="87214" y="46604"/>
                    <a:pt x="87214" y="22330"/>
                    <a:pt x="68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1"/>
            <p:cNvSpPr/>
            <p:nvPr/>
          </p:nvSpPr>
          <p:spPr>
            <a:xfrm>
              <a:off x="3620455" y="2684891"/>
              <a:ext cx="37489" cy="5507"/>
            </a:xfrm>
            <a:custGeom>
              <a:rect b="b" l="l" r="r" t="t"/>
              <a:pathLst>
                <a:path extrusionOk="0" h="208" w="1416">
                  <a:moveTo>
                    <a:pt x="1416" y="20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F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rgbClr val="7118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51"/>
            <p:cNvSpPr/>
            <p:nvPr/>
          </p:nvSpPr>
          <p:spPr>
            <a:xfrm>
              <a:off x="2009452" y="32069"/>
              <a:ext cx="1544101" cy="1551091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51"/>
            <p:cNvSpPr/>
            <p:nvPr/>
          </p:nvSpPr>
          <p:spPr>
            <a:xfrm>
              <a:off x="2043472" y="105828"/>
              <a:ext cx="1471480" cy="1530334"/>
            </a:xfrm>
            <a:custGeom>
              <a:rect b="b" l="l" r="r" t="t"/>
              <a:pathLst>
                <a:path extrusionOk="0" h="57803" w="55580">
                  <a:moveTo>
                    <a:pt x="30755" y="1"/>
                  </a:moveTo>
                  <a:cubicBezTo>
                    <a:pt x="25952" y="1"/>
                    <a:pt x="20628" y="1566"/>
                    <a:pt x="14945" y="5241"/>
                  </a:cubicBezTo>
                  <a:cubicBezTo>
                    <a:pt x="0" y="14900"/>
                    <a:pt x="3180" y="36167"/>
                    <a:pt x="12844" y="47185"/>
                  </a:cubicBezTo>
                  <a:cubicBezTo>
                    <a:pt x="19291" y="54543"/>
                    <a:pt x="32846" y="57803"/>
                    <a:pt x="40975" y="57803"/>
                  </a:cubicBezTo>
                  <a:cubicBezTo>
                    <a:pt x="43033" y="57803"/>
                    <a:pt x="44743" y="57594"/>
                    <a:pt x="45903" y="57190"/>
                  </a:cubicBezTo>
                  <a:cubicBezTo>
                    <a:pt x="51029" y="55400"/>
                    <a:pt x="54702" y="44346"/>
                    <a:pt x="55427" y="33065"/>
                  </a:cubicBezTo>
                  <a:cubicBezTo>
                    <a:pt x="55477" y="32363"/>
                    <a:pt x="55508" y="31661"/>
                    <a:pt x="55527" y="30959"/>
                  </a:cubicBezTo>
                  <a:cubicBezTo>
                    <a:pt x="55549" y="30330"/>
                    <a:pt x="55563" y="29700"/>
                    <a:pt x="55563" y="29071"/>
                  </a:cubicBezTo>
                  <a:cubicBezTo>
                    <a:pt x="55580" y="15135"/>
                    <a:pt x="45688" y="1"/>
                    <a:pt x="30755" y="1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1"/>
            <p:cNvSpPr/>
            <p:nvPr/>
          </p:nvSpPr>
          <p:spPr>
            <a:xfrm>
              <a:off x="1986500" y="-33750"/>
              <a:ext cx="1632607" cy="1790126"/>
            </a:xfrm>
            <a:custGeom>
              <a:rect b="b" l="l" r="r" t="t"/>
              <a:pathLst>
                <a:path extrusionOk="0" h="58587" w="58323">
                  <a:moveTo>
                    <a:pt x="31542" y="1"/>
                  </a:moveTo>
                  <a:cubicBezTo>
                    <a:pt x="17859" y="1"/>
                    <a:pt x="9146" y="3177"/>
                    <a:pt x="1447" y="22498"/>
                  </a:cubicBezTo>
                  <a:cubicBezTo>
                    <a:pt x="953" y="23735"/>
                    <a:pt x="586" y="25018"/>
                    <a:pt x="349" y="26328"/>
                  </a:cubicBezTo>
                  <a:cubicBezTo>
                    <a:pt x="97" y="27695"/>
                    <a:pt x="1" y="29057"/>
                    <a:pt x="26" y="30410"/>
                  </a:cubicBezTo>
                  <a:cubicBezTo>
                    <a:pt x="110" y="34748"/>
                    <a:pt x="1493" y="38952"/>
                    <a:pt x="3445" y="42706"/>
                  </a:cubicBezTo>
                  <a:cubicBezTo>
                    <a:pt x="3767" y="43328"/>
                    <a:pt x="4103" y="43935"/>
                    <a:pt x="4456" y="44525"/>
                  </a:cubicBezTo>
                  <a:cubicBezTo>
                    <a:pt x="6350" y="47748"/>
                    <a:pt x="8609" y="50569"/>
                    <a:pt x="10709" y="52764"/>
                  </a:cubicBezTo>
                  <a:cubicBezTo>
                    <a:pt x="10981" y="53050"/>
                    <a:pt x="11249" y="53323"/>
                    <a:pt x="11514" y="53582"/>
                  </a:cubicBezTo>
                  <a:cubicBezTo>
                    <a:pt x="13122" y="55179"/>
                    <a:pt x="14594" y="56369"/>
                    <a:pt x="15671" y="57043"/>
                  </a:cubicBezTo>
                  <a:cubicBezTo>
                    <a:pt x="15671" y="57043"/>
                    <a:pt x="15709" y="57065"/>
                    <a:pt x="15759" y="57098"/>
                  </a:cubicBezTo>
                  <a:cubicBezTo>
                    <a:pt x="15872" y="57169"/>
                    <a:pt x="15986" y="57233"/>
                    <a:pt x="16090" y="57292"/>
                  </a:cubicBezTo>
                  <a:cubicBezTo>
                    <a:pt x="16161" y="57333"/>
                    <a:pt x="16232" y="57371"/>
                    <a:pt x="16300" y="57405"/>
                  </a:cubicBezTo>
                  <a:cubicBezTo>
                    <a:pt x="16488" y="57501"/>
                    <a:pt x="16731" y="57623"/>
                    <a:pt x="17020" y="57748"/>
                  </a:cubicBezTo>
                  <a:cubicBezTo>
                    <a:pt x="17925" y="58141"/>
                    <a:pt x="19230" y="58586"/>
                    <a:pt x="20330" y="58586"/>
                  </a:cubicBezTo>
                  <a:cubicBezTo>
                    <a:pt x="21554" y="58586"/>
                    <a:pt x="22525" y="58035"/>
                    <a:pt x="22405" y="56247"/>
                  </a:cubicBezTo>
                  <a:cubicBezTo>
                    <a:pt x="22088" y="51466"/>
                    <a:pt x="21271" y="50222"/>
                    <a:pt x="17956" y="45922"/>
                  </a:cubicBezTo>
                  <a:cubicBezTo>
                    <a:pt x="20470" y="38869"/>
                    <a:pt x="27280" y="34471"/>
                    <a:pt x="25998" y="21509"/>
                  </a:cubicBezTo>
                  <a:cubicBezTo>
                    <a:pt x="25993" y="21437"/>
                    <a:pt x="25984" y="21362"/>
                    <a:pt x="25977" y="21291"/>
                  </a:cubicBezTo>
                  <a:lnTo>
                    <a:pt x="25977" y="21291"/>
                  </a:lnTo>
                  <a:cubicBezTo>
                    <a:pt x="35105" y="27100"/>
                    <a:pt x="45651" y="29430"/>
                    <a:pt x="53612" y="29430"/>
                  </a:cubicBezTo>
                  <a:cubicBezTo>
                    <a:pt x="54748" y="29430"/>
                    <a:pt x="55832" y="29383"/>
                    <a:pt x="56851" y="29291"/>
                  </a:cubicBezTo>
                  <a:cubicBezTo>
                    <a:pt x="56851" y="29291"/>
                    <a:pt x="57475" y="28383"/>
                    <a:pt x="57890" y="25964"/>
                  </a:cubicBezTo>
                  <a:cubicBezTo>
                    <a:pt x="58146" y="24443"/>
                    <a:pt x="58323" y="22331"/>
                    <a:pt x="58205" y="19478"/>
                  </a:cubicBezTo>
                  <a:cubicBezTo>
                    <a:pt x="56851" y="8307"/>
                    <a:pt x="45225" y="1"/>
                    <a:pt x="315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51"/>
            <p:cNvSpPr/>
            <p:nvPr/>
          </p:nvSpPr>
          <p:spPr>
            <a:xfrm>
              <a:off x="1587837" y="-202129"/>
              <a:ext cx="776803" cy="2952413"/>
            </a:xfrm>
            <a:custGeom>
              <a:rect b="b" l="l" r="r" t="t"/>
              <a:pathLst>
                <a:path extrusionOk="0" h="111517" w="29341">
                  <a:moveTo>
                    <a:pt x="4153" y="0"/>
                  </a:moveTo>
                  <a:cubicBezTo>
                    <a:pt x="2226" y="15460"/>
                    <a:pt x="0" y="40300"/>
                    <a:pt x="3165" y="65886"/>
                  </a:cubicBezTo>
                  <a:cubicBezTo>
                    <a:pt x="3940" y="72189"/>
                    <a:pt x="5047" y="78533"/>
                    <a:pt x="6568" y="84800"/>
                  </a:cubicBezTo>
                  <a:cubicBezTo>
                    <a:pt x="6823" y="85877"/>
                    <a:pt x="7095" y="86949"/>
                    <a:pt x="7384" y="88018"/>
                  </a:cubicBezTo>
                  <a:cubicBezTo>
                    <a:pt x="7761" y="89444"/>
                    <a:pt x="8164" y="90863"/>
                    <a:pt x="8591" y="92276"/>
                  </a:cubicBezTo>
                  <a:cubicBezTo>
                    <a:pt x="8812" y="93014"/>
                    <a:pt x="9040" y="93746"/>
                    <a:pt x="9274" y="94476"/>
                  </a:cubicBezTo>
                  <a:cubicBezTo>
                    <a:pt x="10080" y="96998"/>
                    <a:pt x="10967" y="99489"/>
                    <a:pt x="11936" y="101948"/>
                  </a:cubicBezTo>
                  <a:cubicBezTo>
                    <a:pt x="12195" y="102614"/>
                    <a:pt x="12464" y="103278"/>
                    <a:pt x="12741" y="103939"/>
                  </a:cubicBezTo>
                  <a:cubicBezTo>
                    <a:pt x="12929" y="104397"/>
                    <a:pt x="13122" y="104853"/>
                    <a:pt x="13316" y="105310"/>
                  </a:cubicBezTo>
                  <a:cubicBezTo>
                    <a:pt x="14109" y="107158"/>
                    <a:pt x="14954" y="108982"/>
                    <a:pt x="15850" y="110780"/>
                  </a:cubicBezTo>
                  <a:cubicBezTo>
                    <a:pt x="15850" y="110783"/>
                    <a:pt x="15855" y="110783"/>
                    <a:pt x="15855" y="110788"/>
                  </a:cubicBezTo>
                  <a:cubicBezTo>
                    <a:pt x="16267" y="111030"/>
                    <a:pt x="16710" y="111219"/>
                    <a:pt x="17171" y="111349"/>
                  </a:cubicBezTo>
                  <a:cubicBezTo>
                    <a:pt x="17577" y="111460"/>
                    <a:pt x="17995" y="111516"/>
                    <a:pt x="18416" y="111517"/>
                  </a:cubicBezTo>
                  <a:cubicBezTo>
                    <a:pt x="20989" y="111513"/>
                    <a:pt x="23428" y="109337"/>
                    <a:pt x="25314" y="105897"/>
                  </a:cubicBezTo>
                  <a:cubicBezTo>
                    <a:pt x="25557" y="105452"/>
                    <a:pt x="25791" y="104984"/>
                    <a:pt x="26018" y="104497"/>
                  </a:cubicBezTo>
                  <a:cubicBezTo>
                    <a:pt x="28125" y="99933"/>
                    <a:pt x="29341" y="93672"/>
                    <a:pt x="28909" y="87339"/>
                  </a:cubicBezTo>
                  <a:cubicBezTo>
                    <a:pt x="28909" y="87290"/>
                    <a:pt x="28905" y="87241"/>
                    <a:pt x="28896" y="87192"/>
                  </a:cubicBezTo>
                  <a:cubicBezTo>
                    <a:pt x="28859" y="86593"/>
                    <a:pt x="28800" y="85994"/>
                    <a:pt x="28724" y="85394"/>
                  </a:cubicBezTo>
                  <a:cubicBezTo>
                    <a:pt x="28658" y="84833"/>
                    <a:pt x="28573" y="84272"/>
                    <a:pt x="28478" y="83714"/>
                  </a:cubicBezTo>
                  <a:lnTo>
                    <a:pt x="28465" y="83689"/>
                  </a:lnTo>
                  <a:cubicBezTo>
                    <a:pt x="27321" y="81250"/>
                    <a:pt x="26282" y="79402"/>
                    <a:pt x="25339" y="77822"/>
                  </a:cubicBezTo>
                  <a:lnTo>
                    <a:pt x="25339" y="77817"/>
                  </a:lnTo>
                  <a:cubicBezTo>
                    <a:pt x="25243" y="77650"/>
                    <a:pt x="25141" y="77490"/>
                    <a:pt x="25045" y="77331"/>
                  </a:cubicBezTo>
                  <a:cubicBezTo>
                    <a:pt x="23151" y="74180"/>
                    <a:pt x="21675" y="72025"/>
                    <a:pt x="20581" y="68061"/>
                  </a:cubicBezTo>
                  <a:cubicBezTo>
                    <a:pt x="20553" y="67952"/>
                    <a:pt x="20523" y="67843"/>
                    <a:pt x="20494" y="67730"/>
                  </a:cubicBezTo>
                  <a:cubicBezTo>
                    <a:pt x="20364" y="67244"/>
                    <a:pt x="20239" y="66737"/>
                    <a:pt x="20117" y="66212"/>
                  </a:cubicBezTo>
                  <a:cubicBezTo>
                    <a:pt x="19015" y="61414"/>
                    <a:pt x="18277" y="55056"/>
                    <a:pt x="17820" y="48146"/>
                  </a:cubicBezTo>
                  <a:cubicBezTo>
                    <a:pt x="17556" y="44097"/>
                    <a:pt x="17384" y="39864"/>
                    <a:pt x="17292" y="35644"/>
                  </a:cubicBezTo>
                  <a:cubicBezTo>
                    <a:pt x="17269" y="34765"/>
                    <a:pt x="17254" y="33888"/>
                    <a:pt x="17246" y="33012"/>
                  </a:cubicBezTo>
                  <a:cubicBezTo>
                    <a:pt x="17238" y="32576"/>
                    <a:pt x="17233" y="32145"/>
                    <a:pt x="17229" y="31713"/>
                  </a:cubicBezTo>
                  <a:cubicBezTo>
                    <a:pt x="17200" y="29265"/>
                    <a:pt x="17200" y="26843"/>
                    <a:pt x="17217" y="24492"/>
                  </a:cubicBezTo>
                  <a:cubicBezTo>
                    <a:pt x="17221" y="23926"/>
                    <a:pt x="17225" y="23360"/>
                    <a:pt x="17233" y="22803"/>
                  </a:cubicBezTo>
                  <a:cubicBezTo>
                    <a:pt x="17254" y="20959"/>
                    <a:pt x="17292" y="19161"/>
                    <a:pt x="17338" y="17434"/>
                  </a:cubicBezTo>
                  <a:cubicBezTo>
                    <a:pt x="17552" y="9496"/>
                    <a:pt x="18001" y="3026"/>
                    <a:pt x="18508" y="0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51"/>
            <p:cNvSpPr/>
            <p:nvPr/>
          </p:nvSpPr>
          <p:spPr>
            <a:xfrm>
              <a:off x="2077837" y="1965327"/>
              <a:ext cx="108256" cy="580173"/>
            </a:xfrm>
            <a:custGeom>
              <a:rect b="b" l="l" r="r" t="t"/>
              <a:pathLst>
                <a:path extrusionOk="0" h="21914" w="4089">
                  <a:moveTo>
                    <a:pt x="1" y="1"/>
                  </a:moveTo>
                  <a:lnTo>
                    <a:pt x="1" y="1"/>
                  </a:lnTo>
                  <a:cubicBezTo>
                    <a:pt x="1429" y="7745"/>
                    <a:pt x="2016" y="15109"/>
                    <a:pt x="1362" y="21913"/>
                  </a:cubicBezTo>
                  <a:cubicBezTo>
                    <a:pt x="4088" y="12060"/>
                    <a:pt x="3310" y="8324"/>
                    <a:pt x="1" y="1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51"/>
            <p:cNvSpPr/>
            <p:nvPr/>
          </p:nvSpPr>
          <p:spPr>
            <a:xfrm>
              <a:off x="3197835" y="1042487"/>
              <a:ext cx="214527" cy="241293"/>
            </a:xfrm>
            <a:custGeom>
              <a:rect b="b" l="l" r="r" t="t"/>
              <a:pathLst>
                <a:path extrusionOk="0" h="9114" w="8103">
                  <a:moveTo>
                    <a:pt x="2633" y="1"/>
                  </a:moveTo>
                  <a:lnTo>
                    <a:pt x="2633" y="1"/>
                  </a:lnTo>
                  <a:cubicBezTo>
                    <a:pt x="1" y="5169"/>
                    <a:pt x="2705" y="9113"/>
                    <a:pt x="4861" y="9113"/>
                  </a:cubicBezTo>
                  <a:cubicBezTo>
                    <a:pt x="5312" y="9113"/>
                    <a:pt x="5739" y="8940"/>
                    <a:pt x="6088" y="8570"/>
                  </a:cubicBezTo>
                  <a:cubicBezTo>
                    <a:pt x="8103" y="6429"/>
                    <a:pt x="6513" y="5588"/>
                    <a:pt x="4800" y="4853"/>
                  </a:cubicBezTo>
                  <a:cubicBezTo>
                    <a:pt x="3088" y="4119"/>
                    <a:pt x="2633" y="1"/>
                    <a:pt x="2633" y="1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2"/>
          <p:cNvSpPr txBox="1"/>
          <p:nvPr>
            <p:ph type="title"/>
          </p:nvPr>
        </p:nvSpPr>
        <p:spPr>
          <a:xfrm>
            <a:off x="311700" y="1040450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~24,000</a:t>
            </a:r>
            <a:endParaRPr sz="10000"/>
          </a:p>
        </p:txBody>
      </p:sp>
      <p:sp>
        <p:nvSpPr>
          <p:cNvPr id="550" name="Google Shape;550;p52"/>
          <p:cNvSpPr txBox="1"/>
          <p:nvPr>
            <p:ph idx="1" type="body"/>
          </p:nvPr>
        </p:nvSpPr>
        <p:spPr>
          <a:xfrm>
            <a:off x="311700" y="3003950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People</a:t>
            </a:r>
            <a:r>
              <a:rPr lang="en" sz="2200"/>
              <a:t> in BC require diagnostic follow-up 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after abnormal breast screenings each year</a:t>
            </a:r>
            <a:endParaRPr sz="2200"/>
          </a:p>
        </p:txBody>
      </p:sp>
      <p:sp>
        <p:nvSpPr>
          <p:cNvPr id="551" name="Google Shape;551;p52"/>
          <p:cNvSpPr txBox="1"/>
          <p:nvPr/>
        </p:nvSpPr>
        <p:spPr>
          <a:xfrm>
            <a:off x="5269500" y="4743300"/>
            <a:ext cx="38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BC Cancer. (2025, September). BC Cancer Breast Screening: 2023 Program Results. </a:t>
            </a:r>
            <a:r>
              <a:rPr lang="en" sz="7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https://www.bccancer.bc.ca/screening/Documents/Breast-Screening-Program-Report-2023.pdf</a:t>
            </a:r>
            <a:endParaRPr sz="700">
              <a:solidFill>
                <a:schemeClr val="accen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53"/>
          <p:cNvGrpSpPr/>
          <p:nvPr/>
        </p:nvGrpSpPr>
        <p:grpSpPr>
          <a:xfrm>
            <a:off x="2558026" y="2827075"/>
            <a:ext cx="3083941" cy="1790438"/>
            <a:chOff x="2558026" y="2827075"/>
            <a:chExt cx="3083941" cy="1790438"/>
          </a:xfrm>
        </p:grpSpPr>
        <p:sp>
          <p:nvSpPr>
            <p:cNvPr id="557" name="Google Shape;557;p53"/>
            <p:cNvSpPr/>
            <p:nvPr/>
          </p:nvSpPr>
          <p:spPr>
            <a:xfrm>
              <a:off x="2689200" y="3168867"/>
              <a:ext cx="1226003" cy="1420305"/>
            </a:xfrm>
            <a:custGeom>
              <a:rect b="b" l="l" r="r" t="t"/>
              <a:pathLst>
                <a:path extrusionOk="0" h="14249" w="12300">
                  <a:moveTo>
                    <a:pt x="10073" y="1"/>
                  </a:moveTo>
                  <a:lnTo>
                    <a:pt x="0" y="1899"/>
                  </a:lnTo>
                  <a:lnTo>
                    <a:pt x="2012" y="12604"/>
                  </a:lnTo>
                  <a:cubicBezTo>
                    <a:pt x="2190" y="13574"/>
                    <a:pt x="3027" y="14249"/>
                    <a:pt x="3976" y="14249"/>
                  </a:cubicBezTo>
                  <a:cubicBezTo>
                    <a:pt x="4104" y="14249"/>
                    <a:pt x="4235" y="14237"/>
                    <a:pt x="4366" y="14211"/>
                  </a:cubicBezTo>
                  <a:lnTo>
                    <a:pt x="10477" y="13059"/>
                  </a:lnTo>
                  <a:cubicBezTo>
                    <a:pt x="11578" y="12857"/>
                    <a:pt x="12300" y="11807"/>
                    <a:pt x="12084" y="10706"/>
                  </a:cubicBezTo>
                  <a:lnTo>
                    <a:pt x="100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53"/>
            <p:cNvSpPr/>
            <p:nvPr/>
          </p:nvSpPr>
          <p:spPr>
            <a:xfrm>
              <a:off x="2689200" y="3168867"/>
              <a:ext cx="1054462" cy="459214"/>
            </a:xfrm>
            <a:custGeom>
              <a:rect b="b" l="l" r="r" t="t"/>
              <a:pathLst>
                <a:path extrusionOk="0" h="4607" w="10579">
                  <a:moveTo>
                    <a:pt x="10073" y="1"/>
                  </a:moveTo>
                  <a:lnTo>
                    <a:pt x="0" y="1899"/>
                  </a:lnTo>
                  <a:lnTo>
                    <a:pt x="506" y="4607"/>
                  </a:lnTo>
                  <a:lnTo>
                    <a:pt x="10579" y="2709"/>
                  </a:lnTo>
                  <a:lnTo>
                    <a:pt x="100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53"/>
            <p:cNvSpPr/>
            <p:nvPr/>
          </p:nvSpPr>
          <p:spPr>
            <a:xfrm>
              <a:off x="2763559" y="3564984"/>
              <a:ext cx="1104997" cy="722762"/>
            </a:xfrm>
            <a:custGeom>
              <a:rect b="b" l="l" r="r" t="t"/>
              <a:pathLst>
                <a:path extrusionOk="0" h="7251" w="11086">
                  <a:moveTo>
                    <a:pt x="10073" y="0"/>
                  </a:moveTo>
                  <a:lnTo>
                    <a:pt x="1" y="1898"/>
                  </a:lnTo>
                  <a:lnTo>
                    <a:pt x="1000" y="7251"/>
                  </a:lnTo>
                  <a:lnTo>
                    <a:pt x="11085" y="5353"/>
                  </a:lnTo>
                  <a:lnTo>
                    <a:pt x="100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53"/>
            <p:cNvSpPr/>
            <p:nvPr/>
          </p:nvSpPr>
          <p:spPr>
            <a:xfrm>
              <a:off x="2927526" y="3692371"/>
              <a:ext cx="739190" cy="258663"/>
            </a:xfrm>
            <a:custGeom>
              <a:rect b="b" l="l" r="r" t="t"/>
              <a:pathLst>
                <a:path extrusionOk="0" h="2595" w="7416">
                  <a:moveTo>
                    <a:pt x="6589" y="0"/>
                  </a:moveTo>
                  <a:cubicBezTo>
                    <a:pt x="6544" y="0"/>
                    <a:pt x="6499" y="4"/>
                    <a:pt x="6454" y="13"/>
                  </a:cubicBezTo>
                  <a:lnTo>
                    <a:pt x="671" y="1114"/>
                  </a:lnTo>
                  <a:cubicBezTo>
                    <a:pt x="266" y="1190"/>
                    <a:pt x="1" y="1582"/>
                    <a:pt x="77" y="1987"/>
                  </a:cubicBezTo>
                  <a:cubicBezTo>
                    <a:pt x="144" y="2345"/>
                    <a:pt x="459" y="2594"/>
                    <a:pt x="811" y="2594"/>
                  </a:cubicBezTo>
                  <a:cubicBezTo>
                    <a:pt x="857" y="2594"/>
                    <a:pt x="903" y="2590"/>
                    <a:pt x="950" y="2581"/>
                  </a:cubicBezTo>
                  <a:lnTo>
                    <a:pt x="6732" y="1493"/>
                  </a:lnTo>
                  <a:cubicBezTo>
                    <a:pt x="7137" y="1417"/>
                    <a:pt x="7416" y="1025"/>
                    <a:pt x="7340" y="620"/>
                  </a:cubicBezTo>
                  <a:cubicBezTo>
                    <a:pt x="7272" y="260"/>
                    <a:pt x="6945" y="0"/>
                    <a:pt x="6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53"/>
            <p:cNvSpPr/>
            <p:nvPr/>
          </p:nvSpPr>
          <p:spPr>
            <a:xfrm>
              <a:off x="2979258" y="3919335"/>
              <a:ext cx="705101" cy="184304"/>
            </a:xfrm>
            <a:custGeom>
              <a:rect b="b" l="l" r="r" t="t"/>
              <a:pathLst>
                <a:path extrusionOk="0" h="1849" w="7074">
                  <a:moveTo>
                    <a:pt x="6973" y="1"/>
                  </a:moveTo>
                  <a:lnTo>
                    <a:pt x="0" y="1317"/>
                  </a:lnTo>
                  <a:lnTo>
                    <a:pt x="102" y="1848"/>
                  </a:lnTo>
                  <a:lnTo>
                    <a:pt x="7074" y="532"/>
                  </a:lnTo>
                  <a:lnTo>
                    <a:pt x="69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53"/>
            <p:cNvSpPr/>
            <p:nvPr/>
          </p:nvSpPr>
          <p:spPr>
            <a:xfrm>
              <a:off x="2995605" y="4007649"/>
              <a:ext cx="705201" cy="184204"/>
            </a:xfrm>
            <a:custGeom>
              <a:rect b="b" l="l" r="r" t="t"/>
              <a:pathLst>
                <a:path extrusionOk="0" h="1848" w="7075">
                  <a:moveTo>
                    <a:pt x="6973" y="1"/>
                  </a:moveTo>
                  <a:lnTo>
                    <a:pt x="1" y="1316"/>
                  </a:lnTo>
                  <a:lnTo>
                    <a:pt x="102" y="1848"/>
                  </a:lnTo>
                  <a:lnTo>
                    <a:pt x="7074" y="532"/>
                  </a:lnTo>
                  <a:lnTo>
                    <a:pt x="69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53"/>
            <p:cNvSpPr/>
            <p:nvPr/>
          </p:nvSpPr>
          <p:spPr>
            <a:xfrm>
              <a:off x="2559223" y="2827075"/>
              <a:ext cx="1246237" cy="557596"/>
            </a:xfrm>
            <a:custGeom>
              <a:rect b="b" l="l" r="r" t="t"/>
              <a:pathLst>
                <a:path extrusionOk="0" h="5594" w="12503">
                  <a:moveTo>
                    <a:pt x="10503" y="1"/>
                  </a:moveTo>
                  <a:lnTo>
                    <a:pt x="886" y="1810"/>
                  </a:lnTo>
                  <a:lnTo>
                    <a:pt x="1329" y="4214"/>
                  </a:lnTo>
                  <a:lnTo>
                    <a:pt x="1" y="4467"/>
                  </a:lnTo>
                  <a:lnTo>
                    <a:pt x="216" y="5594"/>
                  </a:lnTo>
                  <a:lnTo>
                    <a:pt x="12503" y="3278"/>
                  </a:lnTo>
                  <a:lnTo>
                    <a:pt x="12288" y="2152"/>
                  </a:lnTo>
                  <a:lnTo>
                    <a:pt x="10946" y="2405"/>
                  </a:lnTo>
                  <a:lnTo>
                    <a:pt x="105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53"/>
            <p:cNvSpPr/>
            <p:nvPr/>
          </p:nvSpPr>
          <p:spPr>
            <a:xfrm>
              <a:off x="2735849" y="2999915"/>
              <a:ext cx="75753" cy="182908"/>
            </a:xfrm>
            <a:custGeom>
              <a:rect b="b" l="l" r="r" t="t"/>
              <a:pathLst>
                <a:path extrusionOk="0" h="1835" w="760">
                  <a:moveTo>
                    <a:pt x="430" y="0"/>
                  </a:moveTo>
                  <a:lnTo>
                    <a:pt x="0" y="76"/>
                  </a:lnTo>
                  <a:lnTo>
                    <a:pt x="342" y="1835"/>
                  </a:lnTo>
                  <a:lnTo>
                    <a:pt x="759" y="1746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53"/>
            <p:cNvSpPr/>
            <p:nvPr/>
          </p:nvSpPr>
          <p:spPr>
            <a:xfrm>
              <a:off x="2810207" y="3036496"/>
              <a:ext cx="74557" cy="182908"/>
            </a:xfrm>
            <a:custGeom>
              <a:rect b="b" l="l" r="r" t="t"/>
              <a:pathLst>
                <a:path extrusionOk="0" h="1835" w="748">
                  <a:moveTo>
                    <a:pt x="418" y="0"/>
                  </a:moveTo>
                  <a:lnTo>
                    <a:pt x="1" y="76"/>
                  </a:lnTo>
                  <a:lnTo>
                    <a:pt x="330" y="1835"/>
                  </a:lnTo>
                  <a:lnTo>
                    <a:pt x="747" y="1746"/>
                  </a:lnTo>
                  <a:lnTo>
                    <a:pt x="4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53"/>
            <p:cNvSpPr/>
            <p:nvPr/>
          </p:nvSpPr>
          <p:spPr>
            <a:xfrm>
              <a:off x="2912376" y="3016262"/>
              <a:ext cx="75753" cy="183008"/>
            </a:xfrm>
            <a:custGeom>
              <a:rect b="b" l="l" r="r" t="t"/>
              <a:pathLst>
                <a:path extrusionOk="0" h="1836" w="760">
                  <a:moveTo>
                    <a:pt x="418" y="1"/>
                  </a:moveTo>
                  <a:lnTo>
                    <a:pt x="1" y="89"/>
                  </a:lnTo>
                  <a:lnTo>
                    <a:pt x="330" y="1835"/>
                  </a:lnTo>
                  <a:lnTo>
                    <a:pt x="760" y="1759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53"/>
            <p:cNvSpPr/>
            <p:nvPr/>
          </p:nvSpPr>
          <p:spPr>
            <a:xfrm>
              <a:off x="3014544" y="2997323"/>
              <a:ext cx="75753" cy="183008"/>
            </a:xfrm>
            <a:custGeom>
              <a:rect b="b" l="l" r="r" t="t"/>
              <a:pathLst>
                <a:path extrusionOk="0" h="1836" w="760">
                  <a:moveTo>
                    <a:pt x="418" y="1"/>
                  </a:moveTo>
                  <a:lnTo>
                    <a:pt x="1" y="89"/>
                  </a:lnTo>
                  <a:lnTo>
                    <a:pt x="330" y="1836"/>
                  </a:lnTo>
                  <a:lnTo>
                    <a:pt x="760" y="1760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53"/>
            <p:cNvSpPr/>
            <p:nvPr/>
          </p:nvSpPr>
          <p:spPr>
            <a:xfrm>
              <a:off x="3143226" y="2920373"/>
              <a:ext cx="77049" cy="183008"/>
            </a:xfrm>
            <a:custGeom>
              <a:rect b="b" l="l" r="r" t="t"/>
              <a:pathLst>
                <a:path extrusionOk="0" h="1836" w="773">
                  <a:moveTo>
                    <a:pt x="431" y="1"/>
                  </a:moveTo>
                  <a:lnTo>
                    <a:pt x="0" y="89"/>
                  </a:lnTo>
                  <a:lnTo>
                    <a:pt x="342" y="1836"/>
                  </a:lnTo>
                  <a:lnTo>
                    <a:pt x="772" y="1760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53"/>
            <p:cNvSpPr/>
            <p:nvPr/>
          </p:nvSpPr>
          <p:spPr>
            <a:xfrm>
              <a:off x="3245394" y="2901534"/>
              <a:ext cx="77049" cy="182908"/>
            </a:xfrm>
            <a:custGeom>
              <a:rect b="b" l="l" r="r" t="t"/>
              <a:pathLst>
                <a:path extrusionOk="0" h="1835" w="773">
                  <a:moveTo>
                    <a:pt x="431" y="0"/>
                  </a:moveTo>
                  <a:lnTo>
                    <a:pt x="0" y="76"/>
                  </a:lnTo>
                  <a:lnTo>
                    <a:pt x="342" y="1835"/>
                  </a:lnTo>
                  <a:lnTo>
                    <a:pt x="772" y="1746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53"/>
            <p:cNvSpPr/>
            <p:nvPr/>
          </p:nvSpPr>
          <p:spPr>
            <a:xfrm>
              <a:off x="3321049" y="2939311"/>
              <a:ext cx="75753" cy="183008"/>
            </a:xfrm>
            <a:custGeom>
              <a:rect b="b" l="l" r="r" t="t"/>
              <a:pathLst>
                <a:path extrusionOk="0" h="1836" w="760">
                  <a:moveTo>
                    <a:pt x="431" y="1"/>
                  </a:moveTo>
                  <a:lnTo>
                    <a:pt x="1" y="89"/>
                  </a:lnTo>
                  <a:lnTo>
                    <a:pt x="330" y="1836"/>
                  </a:lnTo>
                  <a:lnTo>
                    <a:pt x="760" y="1760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3"/>
            <p:cNvSpPr/>
            <p:nvPr/>
          </p:nvSpPr>
          <p:spPr>
            <a:xfrm>
              <a:off x="3423217" y="2920373"/>
              <a:ext cx="75753" cy="183008"/>
            </a:xfrm>
            <a:custGeom>
              <a:rect b="b" l="l" r="r" t="t"/>
              <a:pathLst>
                <a:path extrusionOk="0" h="1836" w="760">
                  <a:moveTo>
                    <a:pt x="431" y="1"/>
                  </a:moveTo>
                  <a:lnTo>
                    <a:pt x="1" y="77"/>
                  </a:lnTo>
                  <a:lnTo>
                    <a:pt x="330" y="1836"/>
                  </a:lnTo>
                  <a:lnTo>
                    <a:pt x="760" y="1760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53"/>
            <p:cNvSpPr/>
            <p:nvPr/>
          </p:nvSpPr>
          <p:spPr>
            <a:xfrm>
              <a:off x="3526681" y="2901534"/>
              <a:ext cx="75753" cy="182908"/>
            </a:xfrm>
            <a:custGeom>
              <a:rect b="b" l="l" r="r" t="t"/>
              <a:pathLst>
                <a:path extrusionOk="0" h="1835" w="760">
                  <a:moveTo>
                    <a:pt x="418" y="0"/>
                  </a:moveTo>
                  <a:lnTo>
                    <a:pt x="0" y="76"/>
                  </a:lnTo>
                  <a:lnTo>
                    <a:pt x="329" y="1835"/>
                  </a:lnTo>
                  <a:lnTo>
                    <a:pt x="759" y="1746"/>
                  </a:lnTo>
                  <a:lnTo>
                    <a:pt x="4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53"/>
            <p:cNvSpPr/>
            <p:nvPr/>
          </p:nvSpPr>
          <p:spPr>
            <a:xfrm>
              <a:off x="2558026" y="3041480"/>
              <a:ext cx="1234874" cy="282685"/>
            </a:xfrm>
            <a:custGeom>
              <a:rect b="b" l="l" r="r" t="t"/>
              <a:pathLst>
                <a:path extrusionOk="0" h="2836" w="12389">
                  <a:moveTo>
                    <a:pt x="12300" y="1"/>
                  </a:moveTo>
                  <a:lnTo>
                    <a:pt x="0" y="2316"/>
                  </a:lnTo>
                  <a:lnTo>
                    <a:pt x="101" y="2835"/>
                  </a:lnTo>
                  <a:lnTo>
                    <a:pt x="12388" y="519"/>
                  </a:lnTo>
                  <a:lnTo>
                    <a:pt x="123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4" name="Google Shape;574;p53"/>
            <p:cNvGrpSpPr/>
            <p:nvPr/>
          </p:nvGrpSpPr>
          <p:grpSpPr>
            <a:xfrm>
              <a:off x="3732288" y="3025873"/>
              <a:ext cx="1909680" cy="1591639"/>
              <a:chOff x="3616738" y="2827073"/>
              <a:chExt cx="1909680" cy="1591639"/>
            </a:xfrm>
          </p:grpSpPr>
          <p:sp>
            <p:nvSpPr>
              <p:cNvPr id="575" name="Google Shape;575;p53"/>
              <p:cNvSpPr/>
              <p:nvPr/>
            </p:nvSpPr>
            <p:spPr>
              <a:xfrm>
                <a:off x="3616738" y="2827073"/>
                <a:ext cx="1909680" cy="1591639"/>
              </a:xfrm>
              <a:custGeom>
                <a:rect b="b" l="l" r="r" t="t"/>
                <a:pathLst>
                  <a:path extrusionOk="0" h="17708" w="21247">
                    <a:moveTo>
                      <a:pt x="15816" y="1"/>
                    </a:moveTo>
                    <a:cubicBezTo>
                      <a:pt x="15606" y="1"/>
                      <a:pt x="15393" y="53"/>
                      <a:pt x="15198" y="163"/>
                    </a:cubicBezTo>
                    <a:lnTo>
                      <a:pt x="823" y="8363"/>
                    </a:lnTo>
                    <a:cubicBezTo>
                      <a:pt x="215" y="8704"/>
                      <a:pt x="0" y="9476"/>
                      <a:pt x="342" y="10084"/>
                    </a:cubicBezTo>
                    <a:lnTo>
                      <a:pt x="4328" y="17069"/>
                    </a:lnTo>
                    <a:cubicBezTo>
                      <a:pt x="4558" y="17477"/>
                      <a:pt x="4982" y="17708"/>
                      <a:pt x="5419" y="17708"/>
                    </a:cubicBezTo>
                    <a:cubicBezTo>
                      <a:pt x="5633" y="17708"/>
                      <a:pt x="5850" y="17653"/>
                      <a:pt x="6049" y="17537"/>
                    </a:cubicBezTo>
                    <a:lnTo>
                      <a:pt x="20424" y="9350"/>
                    </a:lnTo>
                    <a:cubicBezTo>
                      <a:pt x="21031" y="8995"/>
                      <a:pt x="21246" y="8236"/>
                      <a:pt x="20904" y="7616"/>
                    </a:cubicBezTo>
                    <a:lnTo>
                      <a:pt x="16918" y="644"/>
                    </a:lnTo>
                    <a:cubicBezTo>
                      <a:pt x="16687" y="232"/>
                      <a:pt x="16258" y="1"/>
                      <a:pt x="158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53"/>
              <p:cNvSpPr/>
              <p:nvPr/>
            </p:nvSpPr>
            <p:spPr>
              <a:xfrm>
                <a:off x="3869213" y="3595460"/>
                <a:ext cx="263978" cy="147048"/>
              </a:xfrm>
              <a:custGeom>
                <a:rect b="b" l="l" r="r" t="t"/>
                <a:pathLst>
                  <a:path extrusionOk="0" h="1636" w="2937">
                    <a:moveTo>
                      <a:pt x="1368" y="1"/>
                    </a:moveTo>
                    <a:cubicBezTo>
                      <a:pt x="796" y="1"/>
                      <a:pt x="257" y="318"/>
                      <a:pt x="0" y="851"/>
                    </a:cubicBezTo>
                    <a:lnTo>
                      <a:pt x="2885" y="1636"/>
                    </a:lnTo>
                    <a:cubicBezTo>
                      <a:pt x="2936" y="915"/>
                      <a:pt x="2468" y="244"/>
                      <a:pt x="1772" y="54"/>
                    </a:cubicBezTo>
                    <a:cubicBezTo>
                      <a:pt x="1638" y="18"/>
                      <a:pt x="1502" y="1"/>
                      <a:pt x="13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53"/>
              <p:cNvSpPr/>
              <p:nvPr/>
            </p:nvSpPr>
            <p:spPr>
              <a:xfrm>
                <a:off x="3848001" y="3720843"/>
                <a:ext cx="266944" cy="148576"/>
              </a:xfrm>
              <a:custGeom>
                <a:rect b="b" l="l" r="r" t="t"/>
                <a:pathLst>
                  <a:path extrusionOk="0" h="1653" w="2970">
                    <a:moveTo>
                      <a:pt x="85" y="0"/>
                    </a:moveTo>
                    <a:lnTo>
                      <a:pt x="85" y="0"/>
                    </a:lnTo>
                    <a:cubicBezTo>
                      <a:pt x="0" y="1022"/>
                      <a:pt x="811" y="1652"/>
                      <a:pt x="1626" y="1652"/>
                    </a:cubicBezTo>
                    <a:cubicBezTo>
                      <a:pt x="2153" y="1652"/>
                      <a:pt x="2681" y="1389"/>
                      <a:pt x="2970" y="798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53"/>
              <p:cNvSpPr/>
              <p:nvPr/>
            </p:nvSpPr>
            <p:spPr>
              <a:xfrm>
                <a:off x="3855551" y="3610380"/>
                <a:ext cx="273055" cy="242413"/>
              </a:xfrm>
              <a:custGeom>
                <a:rect b="b" l="l" r="r" t="t"/>
                <a:pathLst>
                  <a:path extrusionOk="0" h="2697" w="3038">
                    <a:moveTo>
                      <a:pt x="1496" y="0"/>
                    </a:moveTo>
                    <a:cubicBezTo>
                      <a:pt x="1042" y="0"/>
                      <a:pt x="587" y="223"/>
                      <a:pt x="330" y="723"/>
                    </a:cubicBezTo>
                    <a:lnTo>
                      <a:pt x="152" y="685"/>
                    </a:lnTo>
                    <a:cubicBezTo>
                      <a:pt x="127" y="736"/>
                      <a:pt x="102" y="787"/>
                      <a:pt x="76" y="837"/>
                    </a:cubicBezTo>
                    <a:cubicBezTo>
                      <a:pt x="64" y="875"/>
                      <a:pt x="51" y="913"/>
                      <a:pt x="51" y="951"/>
                    </a:cubicBezTo>
                    <a:cubicBezTo>
                      <a:pt x="39" y="989"/>
                      <a:pt x="26" y="1027"/>
                      <a:pt x="26" y="1052"/>
                    </a:cubicBezTo>
                    <a:cubicBezTo>
                      <a:pt x="13" y="1116"/>
                      <a:pt x="1" y="1166"/>
                      <a:pt x="1" y="1229"/>
                    </a:cubicBezTo>
                    <a:lnTo>
                      <a:pt x="178" y="1280"/>
                    </a:lnTo>
                    <a:cubicBezTo>
                      <a:pt x="124" y="2156"/>
                      <a:pt x="821" y="2696"/>
                      <a:pt x="1528" y="2696"/>
                    </a:cubicBezTo>
                    <a:cubicBezTo>
                      <a:pt x="1985" y="2696"/>
                      <a:pt x="2445" y="2470"/>
                      <a:pt x="2708" y="1963"/>
                    </a:cubicBezTo>
                    <a:lnTo>
                      <a:pt x="2886" y="2014"/>
                    </a:lnTo>
                    <a:cubicBezTo>
                      <a:pt x="2911" y="1963"/>
                      <a:pt x="2936" y="1913"/>
                      <a:pt x="2949" y="1862"/>
                    </a:cubicBezTo>
                    <a:cubicBezTo>
                      <a:pt x="2962" y="1824"/>
                      <a:pt x="2974" y="1786"/>
                      <a:pt x="2987" y="1748"/>
                    </a:cubicBezTo>
                    <a:cubicBezTo>
                      <a:pt x="3000" y="1710"/>
                      <a:pt x="3012" y="1685"/>
                      <a:pt x="3012" y="1647"/>
                    </a:cubicBezTo>
                    <a:cubicBezTo>
                      <a:pt x="3025" y="1584"/>
                      <a:pt x="3037" y="1533"/>
                      <a:pt x="3037" y="1470"/>
                    </a:cubicBezTo>
                    <a:lnTo>
                      <a:pt x="2860" y="1419"/>
                    </a:lnTo>
                    <a:cubicBezTo>
                      <a:pt x="2907" y="541"/>
                      <a:pt x="2202" y="0"/>
                      <a:pt x="14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53"/>
              <p:cNvSpPr/>
              <p:nvPr/>
            </p:nvSpPr>
            <p:spPr>
              <a:xfrm>
                <a:off x="3857798" y="3685610"/>
                <a:ext cx="268561" cy="92219"/>
              </a:xfrm>
              <a:custGeom>
                <a:rect b="b" l="l" r="r" t="t"/>
                <a:pathLst>
                  <a:path extrusionOk="0" h="1026" w="2988">
                    <a:moveTo>
                      <a:pt x="64" y="0"/>
                    </a:moveTo>
                    <a:cubicBezTo>
                      <a:pt x="39" y="38"/>
                      <a:pt x="39" y="76"/>
                      <a:pt x="26" y="114"/>
                    </a:cubicBezTo>
                    <a:cubicBezTo>
                      <a:pt x="14" y="152"/>
                      <a:pt x="1" y="190"/>
                      <a:pt x="1" y="228"/>
                    </a:cubicBezTo>
                    <a:lnTo>
                      <a:pt x="2924" y="1025"/>
                    </a:lnTo>
                    <a:cubicBezTo>
                      <a:pt x="2937" y="987"/>
                      <a:pt x="2949" y="962"/>
                      <a:pt x="2962" y="924"/>
                    </a:cubicBezTo>
                    <a:cubicBezTo>
                      <a:pt x="2975" y="886"/>
                      <a:pt x="2987" y="848"/>
                      <a:pt x="2987" y="810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53"/>
              <p:cNvSpPr/>
              <p:nvPr/>
            </p:nvSpPr>
            <p:spPr>
              <a:xfrm>
                <a:off x="4192246" y="3410846"/>
                <a:ext cx="265056" cy="147407"/>
              </a:xfrm>
              <a:custGeom>
                <a:rect b="b" l="l" r="r" t="t"/>
                <a:pathLst>
                  <a:path extrusionOk="0" h="1640" w="2949">
                    <a:moveTo>
                      <a:pt x="1359" y="0"/>
                    </a:moveTo>
                    <a:cubicBezTo>
                      <a:pt x="790" y="0"/>
                      <a:pt x="255" y="325"/>
                      <a:pt x="0" y="855"/>
                    </a:cubicBezTo>
                    <a:lnTo>
                      <a:pt x="2885" y="1640"/>
                    </a:lnTo>
                    <a:cubicBezTo>
                      <a:pt x="2948" y="906"/>
                      <a:pt x="2480" y="248"/>
                      <a:pt x="1772" y="58"/>
                    </a:cubicBezTo>
                    <a:cubicBezTo>
                      <a:pt x="1634" y="19"/>
                      <a:pt x="1495" y="0"/>
                      <a:pt x="135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53"/>
              <p:cNvSpPr/>
              <p:nvPr/>
            </p:nvSpPr>
            <p:spPr>
              <a:xfrm>
                <a:off x="4170944" y="3536588"/>
                <a:ext cx="267033" cy="148576"/>
              </a:xfrm>
              <a:custGeom>
                <a:rect b="b" l="l" r="r" t="t"/>
                <a:pathLst>
                  <a:path extrusionOk="0" h="1653" w="2971">
                    <a:moveTo>
                      <a:pt x="85" y="1"/>
                    </a:moveTo>
                    <a:lnTo>
                      <a:pt x="85" y="1"/>
                    </a:lnTo>
                    <a:cubicBezTo>
                      <a:pt x="1" y="1023"/>
                      <a:pt x="812" y="1653"/>
                      <a:pt x="1627" y="1653"/>
                    </a:cubicBezTo>
                    <a:cubicBezTo>
                      <a:pt x="2154" y="1653"/>
                      <a:pt x="2682" y="1389"/>
                      <a:pt x="2970" y="798"/>
                    </a:cubicBezTo>
                    <a:lnTo>
                      <a:pt x="8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53"/>
              <p:cNvSpPr/>
              <p:nvPr/>
            </p:nvSpPr>
            <p:spPr>
              <a:xfrm>
                <a:off x="4178584" y="3426485"/>
                <a:ext cx="273055" cy="242773"/>
              </a:xfrm>
              <a:custGeom>
                <a:rect b="b" l="l" r="r" t="t"/>
                <a:pathLst>
                  <a:path extrusionOk="0" h="2701" w="3038">
                    <a:moveTo>
                      <a:pt x="1499" y="0"/>
                    </a:moveTo>
                    <a:cubicBezTo>
                      <a:pt x="1044" y="0"/>
                      <a:pt x="587" y="226"/>
                      <a:pt x="329" y="732"/>
                    </a:cubicBezTo>
                    <a:lnTo>
                      <a:pt x="152" y="681"/>
                    </a:lnTo>
                    <a:cubicBezTo>
                      <a:pt x="127" y="732"/>
                      <a:pt x="101" y="783"/>
                      <a:pt x="76" y="846"/>
                    </a:cubicBezTo>
                    <a:cubicBezTo>
                      <a:pt x="64" y="897"/>
                      <a:pt x="64" y="909"/>
                      <a:pt x="51" y="947"/>
                    </a:cubicBezTo>
                    <a:cubicBezTo>
                      <a:pt x="38" y="985"/>
                      <a:pt x="26" y="1023"/>
                      <a:pt x="26" y="1061"/>
                    </a:cubicBezTo>
                    <a:cubicBezTo>
                      <a:pt x="13" y="1112"/>
                      <a:pt x="0" y="1175"/>
                      <a:pt x="0" y="1226"/>
                    </a:cubicBezTo>
                    <a:lnTo>
                      <a:pt x="177" y="1276"/>
                    </a:lnTo>
                    <a:cubicBezTo>
                      <a:pt x="123" y="2155"/>
                      <a:pt x="826" y="2701"/>
                      <a:pt x="1535" y="2701"/>
                    </a:cubicBezTo>
                    <a:cubicBezTo>
                      <a:pt x="1989" y="2701"/>
                      <a:pt x="2446" y="2476"/>
                      <a:pt x="2708" y="1972"/>
                    </a:cubicBezTo>
                    <a:lnTo>
                      <a:pt x="2885" y="2023"/>
                    </a:lnTo>
                    <a:cubicBezTo>
                      <a:pt x="2911" y="1972"/>
                      <a:pt x="2936" y="1921"/>
                      <a:pt x="2949" y="1858"/>
                    </a:cubicBezTo>
                    <a:cubicBezTo>
                      <a:pt x="2961" y="1820"/>
                      <a:pt x="2974" y="1795"/>
                      <a:pt x="2987" y="1757"/>
                    </a:cubicBezTo>
                    <a:cubicBezTo>
                      <a:pt x="2999" y="1719"/>
                      <a:pt x="3012" y="1681"/>
                      <a:pt x="3012" y="1643"/>
                    </a:cubicBezTo>
                    <a:cubicBezTo>
                      <a:pt x="3025" y="1592"/>
                      <a:pt x="3037" y="1529"/>
                      <a:pt x="3037" y="1479"/>
                    </a:cubicBezTo>
                    <a:lnTo>
                      <a:pt x="2860" y="1428"/>
                    </a:lnTo>
                    <a:cubicBezTo>
                      <a:pt x="2906" y="543"/>
                      <a:pt x="2204" y="0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53"/>
              <p:cNvSpPr/>
              <p:nvPr/>
            </p:nvSpPr>
            <p:spPr>
              <a:xfrm>
                <a:off x="4180831" y="3502434"/>
                <a:ext cx="268472" cy="91141"/>
              </a:xfrm>
              <a:custGeom>
                <a:rect b="b" l="l" r="r" t="t"/>
                <a:pathLst>
                  <a:path extrusionOk="0" h="1014" w="2987">
                    <a:moveTo>
                      <a:pt x="64" y="1"/>
                    </a:moveTo>
                    <a:cubicBezTo>
                      <a:pt x="51" y="26"/>
                      <a:pt x="39" y="64"/>
                      <a:pt x="26" y="102"/>
                    </a:cubicBezTo>
                    <a:cubicBezTo>
                      <a:pt x="13" y="140"/>
                      <a:pt x="1" y="178"/>
                      <a:pt x="1" y="216"/>
                    </a:cubicBezTo>
                    <a:lnTo>
                      <a:pt x="2924" y="1013"/>
                    </a:lnTo>
                    <a:cubicBezTo>
                      <a:pt x="2936" y="988"/>
                      <a:pt x="2949" y="950"/>
                      <a:pt x="2962" y="912"/>
                    </a:cubicBezTo>
                    <a:cubicBezTo>
                      <a:pt x="2974" y="874"/>
                      <a:pt x="2987" y="836"/>
                      <a:pt x="2987" y="798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53"/>
              <p:cNvSpPr/>
              <p:nvPr/>
            </p:nvSpPr>
            <p:spPr>
              <a:xfrm>
                <a:off x="4515188" y="3227041"/>
                <a:ext cx="263978" cy="147048"/>
              </a:xfrm>
              <a:custGeom>
                <a:rect b="b" l="l" r="r" t="t"/>
                <a:pathLst>
                  <a:path extrusionOk="0" h="1636" w="2937">
                    <a:moveTo>
                      <a:pt x="1369" y="0"/>
                    </a:moveTo>
                    <a:cubicBezTo>
                      <a:pt x="796" y="0"/>
                      <a:pt x="257" y="317"/>
                      <a:pt x="1" y="850"/>
                    </a:cubicBezTo>
                    <a:lnTo>
                      <a:pt x="2886" y="1635"/>
                    </a:lnTo>
                    <a:cubicBezTo>
                      <a:pt x="2937" y="914"/>
                      <a:pt x="2468" y="243"/>
                      <a:pt x="1772" y="53"/>
                    </a:cubicBezTo>
                    <a:cubicBezTo>
                      <a:pt x="1638" y="17"/>
                      <a:pt x="1502" y="0"/>
                      <a:pt x="13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53"/>
              <p:cNvSpPr/>
              <p:nvPr/>
            </p:nvSpPr>
            <p:spPr>
              <a:xfrm>
                <a:off x="4493976" y="3353502"/>
                <a:ext cx="267033" cy="147497"/>
              </a:xfrm>
              <a:custGeom>
                <a:rect b="b" l="l" r="r" t="t"/>
                <a:pathLst>
                  <a:path extrusionOk="0" h="1641" w="2971">
                    <a:moveTo>
                      <a:pt x="85" y="0"/>
                    </a:moveTo>
                    <a:lnTo>
                      <a:pt x="85" y="0"/>
                    </a:lnTo>
                    <a:cubicBezTo>
                      <a:pt x="1" y="1014"/>
                      <a:pt x="810" y="1640"/>
                      <a:pt x="1624" y="1640"/>
                    </a:cubicBezTo>
                    <a:cubicBezTo>
                      <a:pt x="2152" y="1640"/>
                      <a:pt x="2681" y="1377"/>
                      <a:pt x="2970" y="785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53"/>
              <p:cNvSpPr/>
              <p:nvPr/>
            </p:nvSpPr>
            <p:spPr>
              <a:xfrm>
                <a:off x="4501526" y="3242500"/>
                <a:ext cx="273055" cy="242503"/>
              </a:xfrm>
              <a:custGeom>
                <a:rect b="b" l="l" r="r" t="t"/>
                <a:pathLst>
                  <a:path extrusionOk="0" h="2698" w="3038">
                    <a:moveTo>
                      <a:pt x="1494" y="1"/>
                    </a:moveTo>
                    <a:cubicBezTo>
                      <a:pt x="1041" y="1"/>
                      <a:pt x="587" y="225"/>
                      <a:pt x="330" y="729"/>
                    </a:cubicBezTo>
                    <a:lnTo>
                      <a:pt x="153" y="678"/>
                    </a:lnTo>
                    <a:cubicBezTo>
                      <a:pt x="127" y="729"/>
                      <a:pt x="102" y="780"/>
                      <a:pt x="77" y="843"/>
                    </a:cubicBezTo>
                    <a:cubicBezTo>
                      <a:pt x="64" y="894"/>
                      <a:pt x="64" y="906"/>
                      <a:pt x="52" y="944"/>
                    </a:cubicBezTo>
                    <a:cubicBezTo>
                      <a:pt x="39" y="982"/>
                      <a:pt x="26" y="1020"/>
                      <a:pt x="26" y="1058"/>
                    </a:cubicBezTo>
                    <a:cubicBezTo>
                      <a:pt x="14" y="1109"/>
                      <a:pt x="1" y="1172"/>
                      <a:pt x="1" y="1223"/>
                    </a:cubicBezTo>
                    <a:lnTo>
                      <a:pt x="178" y="1273"/>
                    </a:lnTo>
                    <a:cubicBezTo>
                      <a:pt x="124" y="2152"/>
                      <a:pt x="827" y="2698"/>
                      <a:pt x="1535" y="2698"/>
                    </a:cubicBezTo>
                    <a:cubicBezTo>
                      <a:pt x="1990" y="2698"/>
                      <a:pt x="2447" y="2473"/>
                      <a:pt x="2709" y="1969"/>
                    </a:cubicBezTo>
                    <a:lnTo>
                      <a:pt x="2886" y="2020"/>
                    </a:lnTo>
                    <a:cubicBezTo>
                      <a:pt x="2911" y="1969"/>
                      <a:pt x="2937" y="1919"/>
                      <a:pt x="2949" y="1855"/>
                    </a:cubicBezTo>
                    <a:cubicBezTo>
                      <a:pt x="2975" y="1830"/>
                      <a:pt x="2975" y="1792"/>
                      <a:pt x="2987" y="1754"/>
                    </a:cubicBezTo>
                    <a:cubicBezTo>
                      <a:pt x="3000" y="1716"/>
                      <a:pt x="3013" y="1678"/>
                      <a:pt x="3013" y="1640"/>
                    </a:cubicBezTo>
                    <a:cubicBezTo>
                      <a:pt x="3025" y="1590"/>
                      <a:pt x="3038" y="1526"/>
                      <a:pt x="3038" y="1476"/>
                    </a:cubicBezTo>
                    <a:lnTo>
                      <a:pt x="2861" y="1425"/>
                    </a:lnTo>
                    <a:cubicBezTo>
                      <a:pt x="2907" y="546"/>
                      <a:pt x="2202" y="1"/>
                      <a:pt x="14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53"/>
              <p:cNvSpPr/>
              <p:nvPr/>
            </p:nvSpPr>
            <p:spPr>
              <a:xfrm>
                <a:off x="4503863" y="3318179"/>
                <a:ext cx="268472" cy="91141"/>
              </a:xfrm>
              <a:custGeom>
                <a:rect b="b" l="l" r="r" t="t"/>
                <a:pathLst>
                  <a:path extrusionOk="0" h="1014" w="2987">
                    <a:moveTo>
                      <a:pt x="64" y="1"/>
                    </a:moveTo>
                    <a:cubicBezTo>
                      <a:pt x="51" y="26"/>
                      <a:pt x="38" y="64"/>
                      <a:pt x="26" y="102"/>
                    </a:cubicBezTo>
                    <a:cubicBezTo>
                      <a:pt x="13" y="140"/>
                      <a:pt x="0" y="178"/>
                      <a:pt x="0" y="216"/>
                    </a:cubicBezTo>
                    <a:lnTo>
                      <a:pt x="2936" y="1013"/>
                    </a:lnTo>
                    <a:cubicBezTo>
                      <a:pt x="2949" y="988"/>
                      <a:pt x="2949" y="950"/>
                      <a:pt x="2961" y="912"/>
                    </a:cubicBezTo>
                    <a:cubicBezTo>
                      <a:pt x="2974" y="874"/>
                      <a:pt x="2987" y="836"/>
                      <a:pt x="2987" y="798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53"/>
              <p:cNvSpPr/>
              <p:nvPr/>
            </p:nvSpPr>
            <p:spPr>
              <a:xfrm>
                <a:off x="4838221" y="3042786"/>
                <a:ext cx="263978" cy="147048"/>
              </a:xfrm>
              <a:custGeom>
                <a:rect b="b" l="l" r="r" t="t"/>
                <a:pathLst>
                  <a:path extrusionOk="0" h="1636" w="2937">
                    <a:moveTo>
                      <a:pt x="1369" y="0"/>
                    </a:moveTo>
                    <a:cubicBezTo>
                      <a:pt x="800" y="0"/>
                      <a:pt x="267" y="317"/>
                      <a:pt x="1" y="851"/>
                    </a:cubicBezTo>
                    <a:lnTo>
                      <a:pt x="2886" y="1635"/>
                    </a:lnTo>
                    <a:cubicBezTo>
                      <a:pt x="2936" y="914"/>
                      <a:pt x="2468" y="243"/>
                      <a:pt x="1772" y="53"/>
                    </a:cubicBezTo>
                    <a:cubicBezTo>
                      <a:pt x="1638" y="17"/>
                      <a:pt x="1503" y="0"/>
                      <a:pt x="13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53"/>
              <p:cNvSpPr/>
              <p:nvPr/>
            </p:nvSpPr>
            <p:spPr>
              <a:xfrm>
                <a:off x="4818087" y="3169248"/>
                <a:ext cx="267033" cy="147947"/>
              </a:xfrm>
              <a:custGeom>
                <a:rect b="b" l="l" r="r" t="t"/>
                <a:pathLst>
                  <a:path extrusionOk="0" h="1646" w="2971">
                    <a:moveTo>
                      <a:pt x="85" y="0"/>
                    </a:moveTo>
                    <a:lnTo>
                      <a:pt x="85" y="0"/>
                    </a:lnTo>
                    <a:cubicBezTo>
                      <a:pt x="1" y="1014"/>
                      <a:pt x="807" y="1646"/>
                      <a:pt x="1621" y="1646"/>
                    </a:cubicBezTo>
                    <a:cubicBezTo>
                      <a:pt x="2147" y="1646"/>
                      <a:pt x="2677" y="1381"/>
                      <a:pt x="2970" y="785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53"/>
              <p:cNvSpPr/>
              <p:nvPr/>
            </p:nvSpPr>
            <p:spPr>
              <a:xfrm>
                <a:off x="4824559" y="3058246"/>
                <a:ext cx="273055" cy="242863"/>
              </a:xfrm>
              <a:custGeom>
                <a:rect b="b" l="l" r="r" t="t"/>
                <a:pathLst>
                  <a:path extrusionOk="0" h="2702" w="3038">
                    <a:moveTo>
                      <a:pt x="1494" y="1"/>
                    </a:moveTo>
                    <a:cubicBezTo>
                      <a:pt x="1041" y="1"/>
                      <a:pt x="587" y="225"/>
                      <a:pt x="330" y="729"/>
                    </a:cubicBezTo>
                    <a:lnTo>
                      <a:pt x="153" y="679"/>
                    </a:lnTo>
                    <a:cubicBezTo>
                      <a:pt x="127" y="729"/>
                      <a:pt x="102" y="792"/>
                      <a:pt x="77" y="843"/>
                    </a:cubicBezTo>
                    <a:cubicBezTo>
                      <a:pt x="64" y="894"/>
                      <a:pt x="51" y="906"/>
                      <a:pt x="39" y="944"/>
                    </a:cubicBezTo>
                    <a:cubicBezTo>
                      <a:pt x="39" y="982"/>
                      <a:pt x="26" y="1020"/>
                      <a:pt x="13" y="1058"/>
                    </a:cubicBezTo>
                    <a:cubicBezTo>
                      <a:pt x="13" y="1121"/>
                      <a:pt x="1" y="1172"/>
                      <a:pt x="1" y="1235"/>
                    </a:cubicBezTo>
                    <a:lnTo>
                      <a:pt x="178" y="1273"/>
                    </a:lnTo>
                    <a:cubicBezTo>
                      <a:pt x="124" y="2158"/>
                      <a:pt x="823" y="2701"/>
                      <a:pt x="1530" y="2701"/>
                    </a:cubicBezTo>
                    <a:cubicBezTo>
                      <a:pt x="1986" y="2701"/>
                      <a:pt x="2446" y="2475"/>
                      <a:pt x="2709" y="1969"/>
                    </a:cubicBezTo>
                    <a:lnTo>
                      <a:pt x="2886" y="2020"/>
                    </a:lnTo>
                    <a:cubicBezTo>
                      <a:pt x="2911" y="1969"/>
                      <a:pt x="2936" y="1919"/>
                      <a:pt x="2949" y="1868"/>
                    </a:cubicBezTo>
                    <a:cubicBezTo>
                      <a:pt x="2962" y="1830"/>
                      <a:pt x="2974" y="1792"/>
                      <a:pt x="2987" y="1754"/>
                    </a:cubicBezTo>
                    <a:cubicBezTo>
                      <a:pt x="3000" y="1716"/>
                      <a:pt x="3012" y="1678"/>
                      <a:pt x="3012" y="1640"/>
                    </a:cubicBezTo>
                    <a:cubicBezTo>
                      <a:pt x="3025" y="1590"/>
                      <a:pt x="3025" y="1526"/>
                      <a:pt x="3038" y="1476"/>
                    </a:cubicBezTo>
                    <a:lnTo>
                      <a:pt x="2860" y="1425"/>
                    </a:lnTo>
                    <a:cubicBezTo>
                      <a:pt x="2907" y="546"/>
                      <a:pt x="2201" y="1"/>
                      <a:pt x="14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53"/>
              <p:cNvSpPr/>
              <p:nvPr/>
            </p:nvSpPr>
            <p:spPr>
              <a:xfrm>
                <a:off x="4826806" y="3134015"/>
                <a:ext cx="268561" cy="92219"/>
              </a:xfrm>
              <a:custGeom>
                <a:rect b="b" l="l" r="r" t="t"/>
                <a:pathLst>
                  <a:path extrusionOk="0" h="1026" w="2988">
                    <a:moveTo>
                      <a:pt x="64" y="0"/>
                    </a:moveTo>
                    <a:cubicBezTo>
                      <a:pt x="52" y="38"/>
                      <a:pt x="39" y="76"/>
                      <a:pt x="26" y="114"/>
                    </a:cubicBezTo>
                    <a:cubicBezTo>
                      <a:pt x="14" y="152"/>
                      <a:pt x="1" y="190"/>
                      <a:pt x="1" y="228"/>
                    </a:cubicBezTo>
                    <a:lnTo>
                      <a:pt x="2937" y="1025"/>
                    </a:lnTo>
                    <a:cubicBezTo>
                      <a:pt x="2949" y="987"/>
                      <a:pt x="2949" y="949"/>
                      <a:pt x="2962" y="924"/>
                    </a:cubicBezTo>
                    <a:cubicBezTo>
                      <a:pt x="2975" y="873"/>
                      <a:pt x="2987" y="835"/>
                      <a:pt x="2987" y="797"/>
                    </a:cubicBez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53"/>
              <p:cNvSpPr/>
              <p:nvPr/>
            </p:nvSpPr>
            <p:spPr>
              <a:xfrm>
                <a:off x="4059132" y="3928736"/>
                <a:ext cx="265056" cy="148216"/>
              </a:xfrm>
              <a:custGeom>
                <a:rect b="b" l="l" r="r" t="t"/>
                <a:pathLst>
                  <a:path extrusionOk="0" h="1649" w="2949">
                    <a:moveTo>
                      <a:pt x="1369" y="0"/>
                    </a:moveTo>
                    <a:cubicBezTo>
                      <a:pt x="800" y="0"/>
                      <a:pt x="267" y="318"/>
                      <a:pt x="1" y="851"/>
                    </a:cubicBezTo>
                    <a:lnTo>
                      <a:pt x="2886" y="1648"/>
                    </a:lnTo>
                    <a:cubicBezTo>
                      <a:pt x="2949" y="914"/>
                      <a:pt x="2481" y="244"/>
                      <a:pt x="1772" y="54"/>
                    </a:cubicBezTo>
                    <a:cubicBezTo>
                      <a:pt x="1638" y="18"/>
                      <a:pt x="1503" y="0"/>
                      <a:pt x="13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53"/>
              <p:cNvSpPr/>
              <p:nvPr/>
            </p:nvSpPr>
            <p:spPr>
              <a:xfrm>
                <a:off x="4038549" y="4055198"/>
                <a:ext cx="266314" cy="148306"/>
              </a:xfrm>
              <a:custGeom>
                <a:rect b="b" l="l" r="r" t="t"/>
                <a:pathLst>
                  <a:path extrusionOk="0" h="1650" w="2963">
                    <a:moveTo>
                      <a:pt x="78" y="1"/>
                    </a:moveTo>
                    <a:lnTo>
                      <a:pt x="78" y="1"/>
                    </a:lnTo>
                    <a:cubicBezTo>
                      <a:pt x="1" y="1017"/>
                      <a:pt x="814" y="1649"/>
                      <a:pt x="1628" y="1649"/>
                    </a:cubicBezTo>
                    <a:cubicBezTo>
                      <a:pt x="2151" y="1649"/>
                      <a:pt x="2675" y="1387"/>
                      <a:pt x="2963" y="798"/>
                    </a:cubicBez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53"/>
              <p:cNvSpPr/>
              <p:nvPr/>
            </p:nvSpPr>
            <p:spPr>
              <a:xfrm>
                <a:off x="4045470" y="3944285"/>
                <a:ext cx="273055" cy="242863"/>
              </a:xfrm>
              <a:custGeom>
                <a:rect b="b" l="l" r="r" t="t"/>
                <a:pathLst>
                  <a:path extrusionOk="0" h="2702" w="3038">
                    <a:moveTo>
                      <a:pt x="1503" y="0"/>
                    </a:moveTo>
                    <a:cubicBezTo>
                      <a:pt x="1049" y="0"/>
                      <a:pt x="592" y="224"/>
                      <a:pt x="330" y="729"/>
                    </a:cubicBezTo>
                    <a:lnTo>
                      <a:pt x="153" y="678"/>
                    </a:lnTo>
                    <a:cubicBezTo>
                      <a:pt x="127" y="729"/>
                      <a:pt x="102" y="779"/>
                      <a:pt x="89" y="842"/>
                    </a:cubicBezTo>
                    <a:cubicBezTo>
                      <a:pt x="64" y="880"/>
                      <a:pt x="51" y="906"/>
                      <a:pt x="51" y="944"/>
                    </a:cubicBezTo>
                    <a:cubicBezTo>
                      <a:pt x="39" y="982"/>
                      <a:pt x="26" y="1020"/>
                      <a:pt x="26" y="1058"/>
                    </a:cubicBezTo>
                    <a:cubicBezTo>
                      <a:pt x="13" y="1121"/>
                      <a:pt x="1" y="1171"/>
                      <a:pt x="1" y="1235"/>
                    </a:cubicBezTo>
                    <a:lnTo>
                      <a:pt x="178" y="1285"/>
                    </a:lnTo>
                    <a:cubicBezTo>
                      <a:pt x="132" y="2161"/>
                      <a:pt x="832" y="2701"/>
                      <a:pt x="1537" y="2701"/>
                    </a:cubicBezTo>
                    <a:cubicBezTo>
                      <a:pt x="1993" y="2701"/>
                      <a:pt x="2450" y="2475"/>
                      <a:pt x="2709" y="1969"/>
                    </a:cubicBezTo>
                    <a:lnTo>
                      <a:pt x="2886" y="2019"/>
                    </a:lnTo>
                    <a:cubicBezTo>
                      <a:pt x="2911" y="1969"/>
                      <a:pt x="2936" y="1918"/>
                      <a:pt x="2962" y="1867"/>
                    </a:cubicBezTo>
                    <a:cubicBezTo>
                      <a:pt x="2974" y="1829"/>
                      <a:pt x="2987" y="1791"/>
                      <a:pt x="2987" y="1753"/>
                    </a:cubicBezTo>
                    <a:cubicBezTo>
                      <a:pt x="3000" y="1716"/>
                      <a:pt x="3012" y="1678"/>
                      <a:pt x="3012" y="1640"/>
                    </a:cubicBezTo>
                    <a:cubicBezTo>
                      <a:pt x="3025" y="1589"/>
                      <a:pt x="3038" y="1526"/>
                      <a:pt x="3038" y="1475"/>
                    </a:cubicBezTo>
                    <a:lnTo>
                      <a:pt x="2861" y="1424"/>
                    </a:lnTo>
                    <a:cubicBezTo>
                      <a:pt x="2914" y="545"/>
                      <a:pt x="2212" y="0"/>
                      <a:pt x="15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53"/>
              <p:cNvSpPr/>
              <p:nvPr/>
            </p:nvSpPr>
            <p:spPr>
              <a:xfrm>
                <a:off x="4047807" y="4019965"/>
                <a:ext cx="268472" cy="92219"/>
              </a:xfrm>
              <a:custGeom>
                <a:rect b="b" l="l" r="r" t="t"/>
                <a:pathLst>
                  <a:path extrusionOk="0" h="1026" w="2987">
                    <a:moveTo>
                      <a:pt x="63" y="0"/>
                    </a:moveTo>
                    <a:cubicBezTo>
                      <a:pt x="51" y="38"/>
                      <a:pt x="38" y="64"/>
                      <a:pt x="25" y="102"/>
                    </a:cubicBezTo>
                    <a:cubicBezTo>
                      <a:pt x="13" y="140"/>
                      <a:pt x="13" y="178"/>
                      <a:pt x="0" y="216"/>
                    </a:cubicBezTo>
                    <a:lnTo>
                      <a:pt x="2936" y="1025"/>
                    </a:lnTo>
                    <a:cubicBezTo>
                      <a:pt x="2948" y="987"/>
                      <a:pt x="2961" y="949"/>
                      <a:pt x="2961" y="911"/>
                    </a:cubicBezTo>
                    <a:cubicBezTo>
                      <a:pt x="2974" y="874"/>
                      <a:pt x="2986" y="836"/>
                      <a:pt x="2986" y="798"/>
                    </a:cubicBez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53"/>
              <p:cNvSpPr/>
              <p:nvPr/>
            </p:nvSpPr>
            <p:spPr>
              <a:xfrm>
                <a:off x="4382164" y="3744481"/>
                <a:ext cx="263888" cy="148216"/>
              </a:xfrm>
              <a:custGeom>
                <a:rect b="b" l="l" r="r" t="t"/>
                <a:pathLst>
                  <a:path extrusionOk="0" h="1649" w="2936">
                    <a:moveTo>
                      <a:pt x="1368" y="0"/>
                    </a:moveTo>
                    <a:cubicBezTo>
                      <a:pt x="796" y="0"/>
                      <a:pt x="257" y="318"/>
                      <a:pt x="0" y="851"/>
                    </a:cubicBezTo>
                    <a:lnTo>
                      <a:pt x="2885" y="1648"/>
                    </a:lnTo>
                    <a:cubicBezTo>
                      <a:pt x="2936" y="914"/>
                      <a:pt x="2468" y="244"/>
                      <a:pt x="1772" y="54"/>
                    </a:cubicBezTo>
                    <a:cubicBezTo>
                      <a:pt x="1638" y="18"/>
                      <a:pt x="1502" y="0"/>
                      <a:pt x="13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53"/>
              <p:cNvSpPr/>
              <p:nvPr/>
            </p:nvSpPr>
            <p:spPr>
              <a:xfrm>
                <a:off x="4360863" y="3870943"/>
                <a:ext cx="267033" cy="148036"/>
              </a:xfrm>
              <a:custGeom>
                <a:rect b="b" l="l" r="r" t="t"/>
                <a:pathLst>
                  <a:path extrusionOk="0" h="1647" w="2971">
                    <a:moveTo>
                      <a:pt x="85" y="1"/>
                    </a:moveTo>
                    <a:lnTo>
                      <a:pt x="85" y="1"/>
                    </a:lnTo>
                    <a:cubicBezTo>
                      <a:pt x="1" y="1015"/>
                      <a:pt x="812" y="1646"/>
                      <a:pt x="1626" y="1646"/>
                    </a:cubicBezTo>
                    <a:cubicBezTo>
                      <a:pt x="2154" y="1646"/>
                      <a:pt x="2682" y="1382"/>
                      <a:pt x="2971" y="785"/>
                    </a:cubicBezTo>
                    <a:lnTo>
                      <a:pt x="8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53"/>
              <p:cNvSpPr/>
              <p:nvPr/>
            </p:nvSpPr>
            <p:spPr>
              <a:xfrm>
                <a:off x="4368502" y="3760480"/>
                <a:ext cx="274224" cy="242413"/>
              </a:xfrm>
              <a:custGeom>
                <a:rect b="b" l="l" r="r" t="t"/>
                <a:pathLst>
                  <a:path extrusionOk="0" h="2697" w="3051">
                    <a:moveTo>
                      <a:pt x="1508" y="1"/>
                    </a:moveTo>
                    <a:cubicBezTo>
                      <a:pt x="1054" y="1"/>
                      <a:pt x="599" y="224"/>
                      <a:pt x="342" y="724"/>
                    </a:cubicBezTo>
                    <a:lnTo>
                      <a:pt x="165" y="673"/>
                    </a:lnTo>
                    <a:cubicBezTo>
                      <a:pt x="127" y="724"/>
                      <a:pt x="114" y="787"/>
                      <a:pt x="89" y="837"/>
                    </a:cubicBezTo>
                    <a:cubicBezTo>
                      <a:pt x="76" y="875"/>
                      <a:pt x="64" y="913"/>
                      <a:pt x="51" y="951"/>
                    </a:cubicBezTo>
                    <a:cubicBezTo>
                      <a:pt x="51" y="977"/>
                      <a:pt x="38" y="1015"/>
                      <a:pt x="26" y="1053"/>
                    </a:cubicBezTo>
                    <a:cubicBezTo>
                      <a:pt x="26" y="1116"/>
                      <a:pt x="13" y="1166"/>
                      <a:pt x="0" y="1230"/>
                    </a:cubicBezTo>
                    <a:lnTo>
                      <a:pt x="190" y="1280"/>
                    </a:lnTo>
                    <a:cubicBezTo>
                      <a:pt x="136" y="2156"/>
                      <a:pt x="834" y="2696"/>
                      <a:pt x="1540" y="2696"/>
                    </a:cubicBezTo>
                    <a:cubicBezTo>
                      <a:pt x="1997" y="2696"/>
                      <a:pt x="2458" y="2471"/>
                      <a:pt x="2721" y="1964"/>
                    </a:cubicBezTo>
                    <a:lnTo>
                      <a:pt x="2898" y="2014"/>
                    </a:lnTo>
                    <a:cubicBezTo>
                      <a:pt x="2923" y="1964"/>
                      <a:pt x="2949" y="1913"/>
                      <a:pt x="2961" y="1862"/>
                    </a:cubicBezTo>
                    <a:cubicBezTo>
                      <a:pt x="2974" y="1824"/>
                      <a:pt x="2987" y="1787"/>
                      <a:pt x="2999" y="1749"/>
                    </a:cubicBezTo>
                    <a:cubicBezTo>
                      <a:pt x="2999" y="1711"/>
                      <a:pt x="3012" y="1673"/>
                      <a:pt x="3025" y="1635"/>
                    </a:cubicBezTo>
                    <a:cubicBezTo>
                      <a:pt x="3037" y="1584"/>
                      <a:pt x="3037" y="1521"/>
                      <a:pt x="3050" y="1470"/>
                    </a:cubicBezTo>
                    <a:lnTo>
                      <a:pt x="2873" y="1420"/>
                    </a:lnTo>
                    <a:cubicBezTo>
                      <a:pt x="2919" y="541"/>
                      <a:pt x="2215" y="1"/>
                      <a:pt x="150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53"/>
              <p:cNvSpPr/>
              <p:nvPr/>
            </p:nvSpPr>
            <p:spPr>
              <a:xfrm>
                <a:off x="4370750" y="3835710"/>
                <a:ext cx="269640" cy="92219"/>
              </a:xfrm>
              <a:custGeom>
                <a:rect b="b" l="l" r="r" t="t"/>
                <a:pathLst>
                  <a:path extrusionOk="0" h="1026" w="3000">
                    <a:moveTo>
                      <a:pt x="51" y="0"/>
                    </a:moveTo>
                    <a:cubicBezTo>
                      <a:pt x="39" y="38"/>
                      <a:pt x="26" y="76"/>
                      <a:pt x="26" y="114"/>
                    </a:cubicBezTo>
                    <a:cubicBezTo>
                      <a:pt x="13" y="140"/>
                      <a:pt x="1" y="178"/>
                      <a:pt x="1" y="216"/>
                    </a:cubicBezTo>
                    <a:lnTo>
                      <a:pt x="2936" y="1025"/>
                    </a:lnTo>
                    <a:cubicBezTo>
                      <a:pt x="2949" y="987"/>
                      <a:pt x="2962" y="950"/>
                      <a:pt x="2962" y="912"/>
                    </a:cubicBezTo>
                    <a:cubicBezTo>
                      <a:pt x="2974" y="874"/>
                      <a:pt x="2987" y="836"/>
                      <a:pt x="3000" y="798"/>
                    </a:cubicBez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53"/>
              <p:cNvSpPr/>
              <p:nvPr/>
            </p:nvSpPr>
            <p:spPr>
              <a:xfrm>
                <a:off x="4705107" y="3560317"/>
                <a:ext cx="265146" cy="148126"/>
              </a:xfrm>
              <a:custGeom>
                <a:rect b="b" l="l" r="r" t="t"/>
                <a:pathLst>
                  <a:path extrusionOk="0" h="1648" w="2950">
                    <a:moveTo>
                      <a:pt x="1377" y="1"/>
                    </a:moveTo>
                    <a:cubicBezTo>
                      <a:pt x="805" y="1"/>
                      <a:pt x="269" y="325"/>
                      <a:pt x="1" y="850"/>
                    </a:cubicBezTo>
                    <a:lnTo>
                      <a:pt x="2886" y="1647"/>
                    </a:lnTo>
                    <a:cubicBezTo>
                      <a:pt x="2949" y="913"/>
                      <a:pt x="2481" y="255"/>
                      <a:pt x="1773" y="53"/>
                    </a:cubicBezTo>
                    <a:cubicBezTo>
                      <a:pt x="1641" y="18"/>
                      <a:pt x="1508" y="1"/>
                      <a:pt x="1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53"/>
              <p:cNvSpPr/>
              <p:nvPr/>
            </p:nvSpPr>
            <p:spPr>
              <a:xfrm>
                <a:off x="4683895" y="3686688"/>
                <a:ext cx="267033" cy="148396"/>
              </a:xfrm>
              <a:custGeom>
                <a:rect b="b" l="l" r="r" t="t"/>
                <a:pathLst>
                  <a:path extrusionOk="0" h="1651" w="2971">
                    <a:moveTo>
                      <a:pt x="85" y="1"/>
                    </a:moveTo>
                    <a:lnTo>
                      <a:pt x="85" y="1"/>
                    </a:lnTo>
                    <a:cubicBezTo>
                      <a:pt x="1" y="1021"/>
                      <a:pt x="808" y="1650"/>
                      <a:pt x="1621" y="1650"/>
                    </a:cubicBezTo>
                    <a:cubicBezTo>
                      <a:pt x="2150" y="1650"/>
                      <a:pt x="2681" y="1384"/>
                      <a:pt x="2970" y="785"/>
                    </a:cubicBezTo>
                    <a:lnTo>
                      <a:pt x="8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53"/>
              <p:cNvSpPr/>
              <p:nvPr/>
            </p:nvSpPr>
            <p:spPr>
              <a:xfrm>
                <a:off x="4691535" y="3576226"/>
                <a:ext cx="273055" cy="242683"/>
              </a:xfrm>
              <a:custGeom>
                <a:rect b="b" l="l" r="r" t="t"/>
                <a:pathLst>
                  <a:path extrusionOk="0" h="2700" w="3038">
                    <a:moveTo>
                      <a:pt x="1504" y="1"/>
                    </a:moveTo>
                    <a:cubicBezTo>
                      <a:pt x="1049" y="1"/>
                      <a:pt x="591" y="224"/>
                      <a:pt x="329" y="724"/>
                    </a:cubicBezTo>
                    <a:lnTo>
                      <a:pt x="152" y="686"/>
                    </a:lnTo>
                    <a:cubicBezTo>
                      <a:pt x="127" y="736"/>
                      <a:pt x="101" y="787"/>
                      <a:pt x="89" y="838"/>
                    </a:cubicBezTo>
                    <a:cubicBezTo>
                      <a:pt x="63" y="876"/>
                      <a:pt x="51" y="913"/>
                      <a:pt x="51" y="951"/>
                    </a:cubicBezTo>
                    <a:cubicBezTo>
                      <a:pt x="38" y="989"/>
                      <a:pt x="25" y="1015"/>
                      <a:pt x="25" y="1053"/>
                    </a:cubicBezTo>
                    <a:cubicBezTo>
                      <a:pt x="13" y="1116"/>
                      <a:pt x="0" y="1167"/>
                      <a:pt x="0" y="1230"/>
                    </a:cubicBezTo>
                    <a:lnTo>
                      <a:pt x="177" y="1280"/>
                    </a:lnTo>
                    <a:cubicBezTo>
                      <a:pt x="123" y="2159"/>
                      <a:pt x="825" y="2699"/>
                      <a:pt x="1533" y="2699"/>
                    </a:cubicBezTo>
                    <a:cubicBezTo>
                      <a:pt x="1988" y="2699"/>
                      <a:pt x="2446" y="2476"/>
                      <a:pt x="2708" y="1976"/>
                    </a:cubicBezTo>
                    <a:lnTo>
                      <a:pt x="2885" y="2014"/>
                    </a:lnTo>
                    <a:cubicBezTo>
                      <a:pt x="2911" y="1964"/>
                      <a:pt x="2936" y="1913"/>
                      <a:pt x="2949" y="1863"/>
                    </a:cubicBezTo>
                    <a:cubicBezTo>
                      <a:pt x="2961" y="1825"/>
                      <a:pt x="2974" y="1787"/>
                      <a:pt x="2986" y="1749"/>
                    </a:cubicBezTo>
                    <a:cubicBezTo>
                      <a:pt x="2999" y="1711"/>
                      <a:pt x="3012" y="1685"/>
                      <a:pt x="3012" y="1647"/>
                    </a:cubicBezTo>
                    <a:cubicBezTo>
                      <a:pt x="3024" y="1584"/>
                      <a:pt x="3037" y="1521"/>
                      <a:pt x="3037" y="1470"/>
                    </a:cubicBezTo>
                    <a:lnTo>
                      <a:pt x="2860" y="1420"/>
                    </a:lnTo>
                    <a:cubicBezTo>
                      <a:pt x="2914" y="541"/>
                      <a:pt x="2213" y="1"/>
                      <a:pt x="150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53"/>
              <p:cNvSpPr/>
              <p:nvPr/>
            </p:nvSpPr>
            <p:spPr>
              <a:xfrm>
                <a:off x="4693782" y="3651455"/>
                <a:ext cx="268472" cy="92219"/>
              </a:xfrm>
              <a:custGeom>
                <a:rect b="b" l="l" r="r" t="t"/>
                <a:pathLst>
                  <a:path extrusionOk="0" h="1026" w="2987">
                    <a:moveTo>
                      <a:pt x="64" y="1"/>
                    </a:moveTo>
                    <a:cubicBezTo>
                      <a:pt x="51" y="39"/>
                      <a:pt x="38" y="76"/>
                      <a:pt x="26" y="114"/>
                    </a:cubicBezTo>
                    <a:cubicBezTo>
                      <a:pt x="13" y="152"/>
                      <a:pt x="13" y="190"/>
                      <a:pt x="0" y="228"/>
                    </a:cubicBezTo>
                    <a:lnTo>
                      <a:pt x="2936" y="1026"/>
                    </a:lnTo>
                    <a:cubicBezTo>
                      <a:pt x="2949" y="988"/>
                      <a:pt x="2961" y="950"/>
                      <a:pt x="2961" y="912"/>
                    </a:cubicBezTo>
                    <a:cubicBezTo>
                      <a:pt x="2974" y="874"/>
                      <a:pt x="2987" y="848"/>
                      <a:pt x="2987" y="810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53"/>
              <p:cNvSpPr/>
              <p:nvPr/>
            </p:nvSpPr>
            <p:spPr>
              <a:xfrm>
                <a:off x="5028139" y="3376062"/>
                <a:ext cx="265146" cy="148126"/>
              </a:xfrm>
              <a:custGeom>
                <a:rect b="b" l="l" r="r" t="t"/>
                <a:pathLst>
                  <a:path extrusionOk="0" h="1648" w="2950">
                    <a:moveTo>
                      <a:pt x="1378" y="1"/>
                    </a:moveTo>
                    <a:cubicBezTo>
                      <a:pt x="805" y="1"/>
                      <a:pt x="269" y="327"/>
                      <a:pt x="1" y="863"/>
                    </a:cubicBezTo>
                    <a:lnTo>
                      <a:pt x="2886" y="1647"/>
                    </a:lnTo>
                    <a:cubicBezTo>
                      <a:pt x="2949" y="913"/>
                      <a:pt x="2481" y="255"/>
                      <a:pt x="1772" y="53"/>
                    </a:cubicBezTo>
                    <a:cubicBezTo>
                      <a:pt x="1641" y="18"/>
                      <a:pt x="1508" y="1"/>
                      <a:pt x="13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53"/>
              <p:cNvSpPr/>
              <p:nvPr/>
            </p:nvSpPr>
            <p:spPr>
              <a:xfrm>
                <a:off x="5006927" y="3502434"/>
                <a:ext cx="266944" cy="148576"/>
              </a:xfrm>
              <a:custGeom>
                <a:rect b="b" l="l" r="r" t="t"/>
                <a:pathLst>
                  <a:path extrusionOk="0" h="1653" w="2970">
                    <a:moveTo>
                      <a:pt x="85" y="1"/>
                    </a:moveTo>
                    <a:lnTo>
                      <a:pt x="85" y="1"/>
                    </a:lnTo>
                    <a:cubicBezTo>
                      <a:pt x="0" y="1023"/>
                      <a:pt x="812" y="1653"/>
                      <a:pt x="1627" y="1653"/>
                    </a:cubicBezTo>
                    <a:cubicBezTo>
                      <a:pt x="2153" y="1653"/>
                      <a:pt x="2682" y="1389"/>
                      <a:pt x="2970" y="798"/>
                    </a:cubicBezTo>
                    <a:lnTo>
                      <a:pt x="8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53"/>
              <p:cNvSpPr/>
              <p:nvPr/>
            </p:nvSpPr>
            <p:spPr>
              <a:xfrm>
                <a:off x="5014477" y="3392241"/>
                <a:ext cx="273055" cy="242413"/>
              </a:xfrm>
              <a:custGeom>
                <a:rect b="b" l="l" r="r" t="t"/>
                <a:pathLst>
                  <a:path extrusionOk="0" h="2697" w="3038">
                    <a:moveTo>
                      <a:pt x="1511" y="1"/>
                    </a:moveTo>
                    <a:cubicBezTo>
                      <a:pt x="1054" y="1"/>
                      <a:pt x="593" y="227"/>
                      <a:pt x="330" y="733"/>
                    </a:cubicBezTo>
                    <a:lnTo>
                      <a:pt x="153" y="683"/>
                    </a:lnTo>
                    <a:cubicBezTo>
                      <a:pt x="127" y="733"/>
                      <a:pt x="102" y="784"/>
                      <a:pt x="89" y="835"/>
                    </a:cubicBezTo>
                    <a:cubicBezTo>
                      <a:pt x="64" y="873"/>
                      <a:pt x="51" y="911"/>
                      <a:pt x="51" y="949"/>
                    </a:cubicBezTo>
                    <a:cubicBezTo>
                      <a:pt x="39" y="986"/>
                      <a:pt x="26" y="1024"/>
                      <a:pt x="26" y="1062"/>
                    </a:cubicBezTo>
                    <a:cubicBezTo>
                      <a:pt x="14" y="1113"/>
                      <a:pt x="1" y="1164"/>
                      <a:pt x="1" y="1227"/>
                    </a:cubicBezTo>
                    <a:lnTo>
                      <a:pt x="178" y="1278"/>
                    </a:lnTo>
                    <a:cubicBezTo>
                      <a:pt x="124" y="2156"/>
                      <a:pt x="825" y="2696"/>
                      <a:pt x="1534" y="2696"/>
                    </a:cubicBezTo>
                    <a:cubicBezTo>
                      <a:pt x="1989" y="2696"/>
                      <a:pt x="2446" y="2473"/>
                      <a:pt x="2709" y="1973"/>
                    </a:cubicBezTo>
                    <a:lnTo>
                      <a:pt x="2886" y="2024"/>
                    </a:lnTo>
                    <a:cubicBezTo>
                      <a:pt x="2911" y="1961"/>
                      <a:pt x="2937" y="1910"/>
                      <a:pt x="2949" y="1860"/>
                    </a:cubicBezTo>
                    <a:cubicBezTo>
                      <a:pt x="2962" y="1822"/>
                      <a:pt x="2975" y="1784"/>
                      <a:pt x="2987" y="1758"/>
                    </a:cubicBezTo>
                    <a:cubicBezTo>
                      <a:pt x="3000" y="1720"/>
                      <a:pt x="3012" y="1682"/>
                      <a:pt x="3012" y="1644"/>
                    </a:cubicBezTo>
                    <a:cubicBezTo>
                      <a:pt x="3025" y="1581"/>
                      <a:pt x="3038" y="1531"/>
                      <a:pt x="3038" y="1467"/>
                    </a:cubicBezTo>
                    <a:lnTo>
                      <a:pt x="2861" y="1417"/>
                    </a:lnTo>
                    <a:cubicBezTo>
                      <a:pt x="2914" y="541"/>
                      <a:pt x="2217" y="1"/>
                      <a:pt x="15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53"/>
              <p:cNvSpPr/>
              <p:nvPr/>
            </p:nvSpPr>
            <p:spPr>
              <a:xfrm>
                <a:off x="5016814" y="3467201"/>
                <a:ext cx="268472" cy="92219"/>
              </a:xfrm>
              <a:custGeom>
                <a:rect b="b" l="l" r="r" t="t"/>
                <a:pathLst>
                  <a:path extrusionOk="0" h="1026" w="2987">
                    <a:moveTo>
                      <a:pt x="63" y="1"/>
                    </a:moveTo>
                    <a:cubicBezTo>
                      <a:pt x="51" y="26"/>
                      <a:pt x="38" y="64"/>
                      <a:pt x="25" y="102"/>
                    </a:cubicBezTo>
                    <a:cubicBezTo>
                      <a:pt x="13" y="140"/>
                      <a:pt x="13" y="178"/>
                      <a:pt x="0" y="216"/>
                    </a:cubicBezTo>
                    <a:lnTo>
                      <a:pt x="2936" y="1026"/>
                    </a:lnTo>
                    <a:cubicBezTo>
                      <a:pt x="2949" y="988"/>
                      <a:pt x="2961" y="950"/>
                      <a:pt x="2961" y="924"/>
                    </a:cubicBezTo>
                    <a:cubicBezTo>
                      <a:pt x="2974" y="874"/>
                      <a:pt x="2986" y="836"/>
                      <a:pt x="2986" y="798"/>
                    </a:cubicBezTo>
                    <a:lnTo>
                      <a:pt x="6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8" name="Google Shape;608;p53"/>
          <p:cNvSpPr txBox="1"/>
          <p:nvPr/>
        </p:nvSpPr>
        <p:spPr>
          <a:xfrm>
            <a:off x="1163700" y="1233325"/>
            <a:ext cx="6816600" cy="14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People in BC with abnormal palpable breast findings on physical exam or mammography are experiencing delays in accessing breast biopsy services leading to worse mortality, and financial and emotional burden.</a:t>
            </a:r>
            <a:endParaRPr sz="2200">
              <a:solidFill>
                <a:schemeClr val="accen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09" name="Google Shape;609;p53"/>
          <p:cNvSpPr txBox="1"/>
          <p:nvPr/>
        </p:nvSpPr>
        <p:spPr>
          <a:xfrm>
            <a:off x="2229300" y="596950"/>
            <a:ext cx="46854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 b="1" sz="25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4"/>
          <p:cNvSpPr txBox="1"/>
          <p:nvPr>
            <p:ph type="title"/>
          </p:nvPr>
        </p:nvSpPr>
        <p:spPr>
          <a:xfrm flipH="1"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Impact</a:t>
            </a:r>
            <a:endParaRPr/>
          </a:p>
        </p:txBody>
      </p:sp>
      <p:sp>
        <p:nvSpPr>
          <p:cNvPr id="615" name="Google Shape;615;p54"/>
          <p:cNvSpPr txBox="1"/>
          <p:nvPr/>
        </p:nvSpPr>
        <p:spPr>
          <a:xfrm>
            <a:off x="1280100" y="1227175"/>
            <a:ext cx="19494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Increased Mortality</a:t>
            </a:r>
            <a:endParaRPr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16" name="Google Shape;616;p54"/>
          <p:cNvSpPr txBox="1"/>
          <p:nvPr/>
        </p:nvSpPr>
        <p:spPr>
          <a:xfrm>
            <a:off x="3597300" y="1227175"/>
            <a:ext cx="19494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Financial Burden	</a:t>
            </a:r>
            <a:endParaRPr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17" name="Google Shape;617;p54"/>
          <p:cNvSpPr txBox="1"/>
          <p:nvPr/>
        </p:nvSpPr>
        <p:spPr>
          <a:xfrm>
            <a:off x="6057750" y="1227175"/>
            <a:ext cx="19494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Emotional Burden</a:t>
            </a:r>
            <a:endParaRPr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18" name="Google Shape;618;p54"/>
          <p:cNvSpPr txBox="1"/>
          <p:nvPr/>
        </p:nvSpPr>
        <p:spPr>
          <a:xfrm>
            <a:off x="1072450" y="2285475"/>
            <a:ext cx="2027100" cy="1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 4-week delay in receiving a positive </a:t>
            </a: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biopsy</a:t>
            </a: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results in a 20% increase in mortality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9" name="Google Shape;619;p54"/>
          <p:cNvSpPr txBox="1"/>
          <p:nvPr/>
        </p:nvSpPr>
        <p:spPr>
          <a:xfrm>
            <a:off x="3652877" y="2372150"/>
            <a:ext cx="18831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Rural tax: $856 for transport, $674 for </a:t>
            </a: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accommodation</a:t>
            </a: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plus hidden costs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0" name="Google Shape;620;p54"/>
          <p:cNvSpPr txBox="1"/>
          <p:nvPr/>
        </p:nvSpPr>
        <p:spPr>
          <a:xfrm>
            <a:off x="6277200" y="2316600"/>
            <a:ext cx="16629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Patients with longer wait times experience greater pre-biopsy anxiety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" name="Google Shape;621;p54"/>
          <p:cNvSpPr/>
          <p:nvPr/>
        </p:nvSpPr>
        <p:spPr>
          <a:xfrm>
            <a:off x="5670288" y="2202225"/>
            <a:ext cx="196800" cy="1630500"/>
          </a:xfrm>
          <a:prstGeom prst="rightBrace">
            <a:avLst>
              <a:gd fmla="val 61749" name="adj1"/>
              <a:gd fmla="val 48621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4"/>
          <p:cNvSpPr/>
          <p:nvPr/>
        </p:nvSpPr>
        <p:spPr>
          <a:xfrm>
            <a:off x="3321738" y="2202225"/>
            <a:ext cx="196800" cy="1630500"/>
          </a:xfrm>
          <a:prstGeom prst="rightBrace">
            <a:avLst>
              <a:gd fmla="val 61749" name="adj1"/>
              <a:gd fmla="val 48621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Description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55"/>
          <p:cNvSpPr txBox="1"/>
          <p:nvPr>
            <p:ph idx="2" type="title"/>
          </p:nvPr>
        </p:nvSpPr>
        <p:spPr>
          <a:xfrm>
            <a:off x="615709" y="2189788"/>
            <a:ext cx="1684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559</a:t>
            </a:r>
            <a:endParaRPr/>
          </a:p>
        </p:txBody>
      </p:sp>
      <p:sp>
        <p:nvSpPr>
          <p:cNvPr id="629" name="Google Shape;629;p55"/>
          <p:cNvSpPr txBox="1"/>
          <p:nvPr>
            <p:ph idx="3" type="ctrTitle"/>
          </p:nvPr>
        </p:nvSpPr>
        <p:spPr>
          <a:xfrm>
            <a:off x="464063" y="2656900"/>
            <a:ext cx="19878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Samples</a:t>
            </a:r>
            <a:endParaRPr/>
          </a:p>
        </p:txBody>
      </p:sp>
      <p:sp>
        <p:nvSpPr>
          <p:cNvPr id="630" name="Google Shape;630;p55"/>
          <p:cNvSpPr txBox="1"/>
          <p:nvPr>
            <p:ph idx="1" type="subTitle"/>
          </p:nvPr>
        </p:nvSpPr>
        <p:spPr>
          <a:xfrm>
            <a:off x="615713" y="2993980"/>
            <a:ext cx="16845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63% Benign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73% Malignant</a:t>
            </a:r>
            <a:endParaRPr/>
          </a:p>
        </p:txBody>
      </p:sp>
      <p:sp>
        <p:nvSpPr>
          <p:cNvPr id="631" name="Google Shape;631;p55"/>
          <p:cNvSpPr txBox="1"/>
          <p:nvPr>
            <p:ph idx="4" type="title"/>
          </p:nvPr>
        </p:nvSpPr>
        <p:spPr>
          <a:xfrm>
            <a:off x="2620084" y="2189788"/>
            <a:ext cx="1684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32" name="Google Shape;632;p55"/>
          <p:cNvSpPr txBox="1"/>
          <p:nvPr>
            <p:ph idx="5" type="ctrTitle"/>
          </p:nvPr>
        </p:nvSpPr>
        <p:spPr>
          <a:xfrm>
            <a:off x="2620088" y="2656888"/>
            <a:ext cx="16845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Samples</a:t>
            </a:r>
            <a:endParaRPr/>
          </a:p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2620088" y="2993980"/>
            <a:ext cx="16845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</a:t>
            </a:r>
            <a:r>
              <a:rPr lang="en"/>
              <a:t>% Benign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50% Malignant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34" name="Google Shape;634;p55"/>
          <p:cNvSpPr txBox="1"/>
          <p:nvPr>
            <p:ph idx="7" type="title"/>
          </p:nvPr>
        </p:nvSpPr>
        <p:spPr>
          <a:xfrm>
            <a:off x="4624459" y="2189788"/>
            <a:ext cx="1684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35" name="Google Shape;635;p55"/>
          <p:cNvSpPr txBox="1"/>
          <p:nvPr>
            <p:ph idx="8" type="ctrTitle"/>
          </p:nvPr>
        </p:nvSpPr>
        <p:spPr>
          <a:xfrm>
            <a:off x="4415813" y="2656900"/>
            <a:ext cx="21018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M</a:t>
            </a:r>
            <a:r>
              <a:rPr lang="en"/>
              <a:t>orphological traits</a:t>
            </a:r>
            <a:endParaRPr/>
          </a:p>
        </p:txBody>
      </p:sp>
      <p:sp>
        <p:nvSpPr>
          <p:cNvPr id="636" name="Google Shape;636;p55"/>
          <p:cNvSpPr txBox="1"/>
          <p:nvPr>
            <p:ph idx="9" type="subTitle"/>
          </p:nvPr>
        </p:nvSpPr>
        <p:spPr>
          <a:xfrm>
            <a:off x="4624463" y="2993980"/>
            <a:ext cx="1684500" cy="5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Radius, Concavity, Symmetry …</a:t>
            </a:r>
            <a:endParaRPr/>
          </a:p>
        </p:txBody>
      </p:sp>
      <p:sp>
        <p:nvSpPr>
          <p:cNvPr id="637" name="Google Shape;637;p55"/>
          <p:cNvSpPr txBox="1"/>
          <p:nvPr>
            <p:ph idx="13" type="title"/>
          </p:nvPr>
        </p:nvSpPr>
        <p:spPr>
          <a:xfrm>
            <a:off x="6628834" y="2189788"/>
            <a:ext cx="16845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638" name="Google Shape;638;p55"/>
          <p:cNvSpPr txBox="1"/>
          <p:nvPr>
            <p:ph idx="14" type="ctrTitle"/>
          </p:nvPr>
        </p:nvSpPr>
        <p:spPr>
          <a:xfrm>
            <a:off x="6422888" y="2656900"/>
            <a:ext cx="1987800" cy="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Additional features</a:t>
            </a:r>
            <a:endParaRPr/>
          </a:p>
        </p:txBody>
      </p:sp>
      <p:sp>
        <p:nvSpPr>
          <p:cNvPr id="639" name="Google Shape;639;p55"/>
          <p:cNvSpPr txBox="1"/>
          <p:nvPr>
            <p:ph idx="15" type="subTitle"/>
          </p:nvPr>
        </p:nvSpPr>
        <p:spPr>
          <a:xfrm>
            <a:off x="6420188" y="2993975"/>
            <a:ext cx="21018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Standard Error,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‘Worst'/ largest values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6"/>
          <p:cNvSpPr txBox="1"/>
          <p:nvPr>
            <p:ph idx="8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ML Models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645" name="Google Shape;645;p56"/>
          <p:cNvSpPr txBox="1"/>
          <p:nvPr>
            <p:ph type="ctrTitle"/>
          </p:nvPr>
        </p:nvSpPr>
        <p:spPr>
          <a:xfrm>
            <a:off x="3562957" y="3010272"/>
            <a:ext cx="2013900" cy="1380300"/>
          </a:xfrm>
          <a:prstGeom prst="rect">
            <a:avLst/>
          </a:prstGeom>
        </p:spPr>
        <p:txBody>
          <a:bodyPr anchorCtr="0" anchor="t" bIns="118925" lIns="118925" spcFirstLastPara="1" rIns="118925" wrap="square" tIns="118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rPr lang="en" sz="1820"/>
              <a:t>Unsupervised:</a:t>
            </a:r>
            <a:endParaRPr sz="18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t/>
            </a:r>
            <a:endParaRPr sz="18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rPr lang="en" sz="1820">
                <a:latin typeface="Merriweather"/>
                <a:ea typeface="Merriweather"/>
                <a:cs typeface="Merriweather"/>
                <a:sym typeface="Merriweather"/>
              </a:rPr>
              <a:t>Global</a:t>
            </a:r>
            <a:endParaRPr sz="182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rPr lang="en" sz="1820">
                <a:latin typeface="Merriweather"/>
                <a:ea typeface="Merriweather"/>
                <a:cs typeface="Merriweather"/>
                <a:sym typeface="Merriweather"/>
              </a:rPr>
              <a:t>Clustering</a:t>
            </a:r>
            <a:endParaRPr sz="182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46" name="Google Shape;646;p56"/>
          <p:cNvSpPr txBox="1"/>
          <p:nvPr>
            <p:ph idx="2" type="ctrTitle"/>
          </p:nvPr>
        </p:nvSpPr>
        <p:spPr>
          <a:xfrm>
            <a:off x="5926235" y="3010292"/>
            <a:ext cx="2013900" cy="1380300"/>
          </a:xfrm>
          <a:prstGeom prst="rect">
            <a:avLst/>
          </a:prstGeom>
        </p:spPr>
        <p:txBody>
          <a:bodyPr anchorCtr="0" anchor="t" bIns="118925" lIns="118925" spcFirstLastPara="1" rIns="118925" wrap="square" tIns="118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rPr lang="en" sz="1820"/>
              <a:t>Unsupervised:</a:t>
            </a:r>
            <a:endParaRPr sz="18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t/>
            </a:r>
            <a:endParaRPr sz="18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rPr lang="en" sz="1820">
                <a:latin typeface="Merriweather"/>
                <a:ea typeface="Merriweather"/>
                <a:cs typeface="Merriweather"/>
                <a:sym typeface="Merriweather"/>
              </a:rPr>
              <a:t>Malignant</a:t>
            </a:r>
            <a:endParaRPr sz="182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rPr lang="en" sz="1820">
                <a:latin typeface="Merriweather"/>
                <a:ea typeface="Merriweather"/>
                <a:cs typeface="Merriweather"/>
                <a:sym typeface="Merriweather"/>
              </a:rPr>
              <a:t>Clustering</a:t>
            </a:r>
            <a:endParaRPr sz="182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47" name="Google Shape;647;p56"/>
          <p:cNvSpPr txBox="1"/>
          <p:nvPr>
            <p:ph idx="6" type="ctrTitle"/>
          </p:nvPr>
        </p:nvSpPr>
        <p:spPr>
          <a:xfrm>
            <a:off x="1203875" y="3010249"/>
            <a:ext cx="2013900" cy="1380300"/>
          </a:xfrm>
          <a:prstGeom prst="rect">
            <a:avLst/>
          </a:prstGeom>
        </p:spPr>
        <p:txBody>
          <a:bodyPr anchorCtr="0" anchor="t" bIns="118925" lIns="118925" spcFirstLastPara="1" rIns="118925" wrap="square" tIns="11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51"/>
              <a:buNone/>
            </a:pPr>
            <a:r>
              <a:rPr lang="en" sz="1800"/>
              <a:t>Supervised</a:t>
            </a:r>
            <a:r>
              <a:rPr lang="en" sz="1800"/>
              <a:t>: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51"/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51"/>
              <a:buNone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XGBoost Classification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48" name="Google Shape;64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233" y="1692723"/>
            <a:ext cx="1251840" cy="125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038" y="1738319"/>
            <a:ext cx="1251840" cy="125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4829" y="1738319"/>
            <a:ext cx="1251840" cy="1251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7"/>
          <p:cNvSpPr txBox="1"/>
          <p:nvPr/>
        </p:nvSpPr>
        <p:spPr>
          <a:xfrm>
            <a:off x="1727550" y="759525"/>
            <a:ext cx="6554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Model 1: Supervised Learning</a:t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56" name="Google Shape;656;p57"/>
          <p:cNvSpPr txBox="1"/>
          <p:nvPr/>
        </p:nvSpPr>
        <p:spPr>
          <a:xfrm>
            <a:off x="1438200" y="1443525"/>
            <a:ext cx="7402200" cy="30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model: 80-20 training split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Achieved a </a:t>
            </a: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95%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sensitivity, and </a:t>
            </a: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97%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overall accuracy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Limitations: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○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5% false negative rate (2 cases)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○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Black-box model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○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Need to see why the AI made its choice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8"/>
          <p:cNvSpPr txBox="1"/>
          <p:nvPr/>
        </p:nvSpPr>
        <p:spPr>
          <a:xfrm>
            <a:off x="1727550" y="759525"/>
            <a:ext cx="6554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Model 2: Unsupervised Learning</a:t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62" name="Google Shape;662;p58"/>
          <p:cNvSpPr txBox="1"/>
          <p:nvPr/>
        </p:nvSpPr>
        <p:spPr>
          <a:xfrm>
            <a:off x="1441325" y="1673575"/>
            <a:ext cx="6648300" cy="3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Principal Component Analysis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(PCA):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○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Reduce number of features from 30 → 2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 Mixture Models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(GMMs):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○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Prediction probabilities for each cluster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Provide soft predictions for Benign / Malignant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9"/>
          <p:cNvSpPr txBox="1"/>
          <p:nvPr/>
        </p:nvSpPr>
        <p:spPr>
          <a:xfrm>
            <a:off x="1727550" y="759525"/>
            <a:ext cx="6554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Model 3: Unsupervised Learning</a:t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68" name="Google Shape;668;p59"/>
          <p:cNvSpPr txBox="1"/>
          <p:nvPr/>
        </p:nvSpPr>
        <p:spPr>
          <a:xfrm>
            <a:off x="1727550" y="1517925"/>
            <a:ext cx="6264600" cy="3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Principal Component Analysis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(PCA):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○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Reduce 30 features down to 2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 Mixture Models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(GMMs):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○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Prediction probabilities for each cluster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●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GMM as an </a:t>
            </a: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Anomaly Detector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○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Trained only on </a:t>
            </a: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Malignant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cases: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■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Learns morphological features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■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Flags the case as atypical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0"/>
          <p:cNvSpPr txBox="1"/>
          <p:nvPr/>
        </p:nvSpPr>
        <p:spPr>
          <a:xfrm>
            <a:off x="1727550" y="759525"/>
            <a:ext cx="6554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Triple-Validation System</a:t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74" name="Google Shape;674;p60"/>
          <p:cNvSpPr txBox="1"/>
          <p:nvPr/>
        </p:nvSpPr>
        <p:spPr>
          <a:xfrm>
            <a:off x="875700" y="1658700"/>
            <a:ext cx="7994400" cy="2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➔"/>
            </a:pP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Model 1 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(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XGBoost)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 predicts 'Benign' 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➔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Patient is sitting inside a Malignant territory (</a:t>
            </a: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Model 2</a:t>
            </a: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) on the map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➔"/>
            </a:pPr>
            <a:r>
              <a:rPr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The clinician is alerted to catch the AI’s mistake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1"/>
          <p:cNvSpPr txBox="1"/>
          <p:nvPr/>
        </p:nvSpPr>
        <p:spPr>
          <a:xfrm>
            <a:off x="1727550" y="759525"/>
            <a:ext cx="6554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Demo</a:t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680" name="Google Shape;680;p61"/>
          <p:cNvSpPr txBox="1"/>
          <p:nvPr/>
        </p:nvSpPr>
        <p:spPr>
          <a:xfrm>
            <a:off x="687750" y="2120075"/>
            <a:ext cx="8634300" cy="2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erriweather"/>
              <a:buChar char="➔"/>
            </a:pPr>
            <a:r>
              <a:rPr b="1" lang="en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https://jentsang-breast-cancer-diagnostic.share.connect.posit.cloud/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2"/>
          <p:cNvSpPr txBox="1"/>
          <p:nvPr>
            <p:ph idx="2" type="ctrTitle"/>
          </p:nvPr>
        </p:nvSpPr>
        <p:spPr>
          <a:xfrm>
            <a:off x="2247300" y="1232200"/>
            <a:ext cx="55809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●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Binary groupings, does not discriminate between grades or subtypes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●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Lack of clinical context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erriweather"/>
              <a:buChar char="●"/>
            </a:pPr>
            <a:r>
              <a:rPr lang="en" sz="1800">
                <a:latin typeface="Merriweather"/>
                <a:ea typeface="Merriweather"/>
                <a:cs typeface="Merriweather"/>
                <a:sym typeface="Merriweather"/>
              </a:rPr>
              <a:t>Outdated and small dataset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6" name="Google Shape;686;p62"/>
          <p:cNvSpPr txBox="1"/>
          <p:nvPr>
            <p:ph idx="4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Limitations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687" name="Google Shape;687;p62"/>
          <p:cNvGrpSpPr/>
          <p:nvPr/>
        </p:nvGrpSpPr>
        <p:grpSpPr>
          <a:xfrm>
            <a:off x="3994764" y="3371759"/>
            <a:ext cx="1154450" cy="1166073"/>
            <a:chOff x="1938525" y="3971100"/>
            <a:chExt cx="568975" cy="574675"/>
          </a:xfrm>
        </p:grpSpPr>
        <p:sp>
          <p:nvSpPr>
            <p:cNvPr id="688" name="Google Shape;688;p62"/>
            <p:cNvSpPr/>
            <p:nvPr/>
          </p:nvSpPr>
          <p:spPr>
            <a:xfrm>
              <a:off x="2359175" y="4266825"/>
              <a:ext cx="114600" cy="97450"/>
            </a:xfrm>
            <a:custGeom>
              <a:rect b="b" l="l" r="r" t="t"/>
              <a:pathLst>
                <a:path extrusionOk="0" h="3898" w="4584">
                  <a:moveTo>
                    <a:pt x="3369" y="0"/>
                  </a:moveTo>
                  <a:cubicBezTo>
                    <a:pt x="3001" y="0"/>
                    <a:pt x="2639" y="173"/>
                    <a:pt x="2410" y="498"/>
                  </a:cubicBezTo>
                  <a:lnTo>
                    <a:pt x="275" y="3531"/>
                  </a:lnTo>
                  <a:cubicBezTo>
                    <a:pt x="204" y="3630"/>
                    <a:pt x="111" y="3708"/>
                    <a:pt x="1" y="3759"/>
                  </a:cubicBezTo>
                  <a:lnTo>
                    <a:pt x="433" y="3894"/>
                  </a:lnTo>
                  <a:cubicBezTo>
                    <a:pt x="457" y="3897"/>
                    <a:pt x="480" y="3898"/>
                    <a:pt x="503" y="3898"/>
                  </a:cubicBezTo>
                  <a:cubicBezTo>
                    <a:pt x="644" y="3898"/>
                    <a:pt x="782" y="3854"/>
                    <a:pt x="897" y="3772"/>
                  </a:cubicBezTo>
                  <a:lnTo>
                    <a:pt x="3926" y="1627"/>
                  </a:lnTo>
                  <a:cubicBezTo>
                    <a:pt x="4103" y="1501"/>
                    <a:pt x="4313" y="1427"/>
                    <a:pt x="4530" y="1414"/>
                  </a:cubicBezTo>
                  <a:cubicBezTo>
                    <a:pt x="4583" y="996"/>
                    <a:pt x="4411" y="473"/>
                    <a:pt x="4043" y="214"/>
                  </a:cubicBezTo>
                  <a:cubicBezTo>
                    <a:pt x="3838" y="70"/>
                    <a:pt x="3602" y="0"/>
                    <a:pt x="3369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2"/>
            <p:cNvSpPr/>
            <p:nvPr/>
          </p:nvSpPr>
          <p:spPr>
            <a:xfrm>
              <a:off x="2359175" y="4266825"/>
              <a:ext cx="100450" cy="97450"/>
            </a:xfrm>
            <a:custGeom>
              <a:rect b="b" l="l" r="r" t="t"/>
              <a:pathLst>
                <a:path extrusionOk="0" h="3898" w="4018">
                  <a:moveTo>
                    <a:pt x="3369" y="1"/>
                  </a:moveTo>
                  <a:cubicBezTo>
                    <a:pt x="3000" y="1"/>
                    <a:pt x="2638" y="174"/>
                    <a:pt x="2410" y="498"/>
                  </a:cubicBezTo>
                  <a:lnTo>
                    <a:pt x="275" y="3531"/>
                  </a:lnTo>
                  <a:cubicBezTo>
                    <a:pt x="204" y="3630"/>
                    <a:pt x="111" y="3708"/>
                    <a:pt x="1" y="3759"/>
                  </a:cubicBezTo>
                  <a:lnTo>
                    <a:pt x="433" y="3894"/>
                  </a:lnTo>
                  <a:cubicBezTo>
                    <a:pt x="457" y="3897"/>
                    <a:pt x="480" y="3898"/>
                    <a:pt x="503" y="3898"/>
                  </a:cubicBezTo>
                  <a:cubicBezTo>
                    <a:pt x="644" y="3898"/>
                    <a:pt x="782" y="3854"/>
                    <a:pt x="897" y="3772"/>
                  </a:cubicBezTo>
                  <a:lnTo>
                    <a:pt x="1907" y="3057"/>
                  </a:lnTo>
                  <a:lnTo>
                    <a:pt x="3710" y="498"/>
                  </a:lnTo>
                  <a:cubicBezTo>
                    <a:pt x="3793" y="379"/>
                    <a:pt x="3897" y="277"/>
                    <a:pt x="4018" y="197"/>
                  </a:cubicBezTo>
                  <a:cubicBezTo>
                    <a:pt x="3818" y="65"/>
                    <a:pt x="3593" y="1"/>
                    <a:pt x="3369" y="1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2"/>
            <p:cNvSpPr/>
            <p:nvPr/>
          </p:nvSpPr>
          <p:spPr>
            <a:xfrm>
              <a:off x="2069725" y="4271300"/>
              <a:ext cx="437775" cy="174600"/>
            </a:xfrm>
            <a:custGeom>
              <a:rect b="b" l="l" r="r" t="t"/>
              <a:pathLst>
                <a:path extrusionOk="0" h="6984" w="17511">
                  <a:moveTo>
                    <a:pt x="4232" y="0"/>
                  </a:moveTo>
                  <a:cubicBezTo>
                    <a:pt x="3759" y="0"/>
                    <a:pt x="3295" y="146"/>
                    <a:pt x="2905" y="423"/>
                  </a:cubicBezTo>
                  <a:lnTo>
                    <a:pt x="1" y="2479"/>
                  </a:lnTo>
                  <a:lnTo>
                    <a:pt x="3192" y="6984"/>
                  </a:lnTo>
                  <a:cubicBezTo>
                    <a:pt x="4320" y="6307"/>
                    <a:pt x="5610" y="5948"/>
                    <a:pt x="6925" y="5948"/>
                  </a:cubicBezTo>
                  <a:cubicBezTo>
                    <a:pt x="6955" y="5948"/>
                    <a:pt x="6986" y="5949"/>
                    <a:pt x="7016" y="5949"/>
                  </a:cubicBezTo>
                  <a:lnTo>
                    <a:pt x="11708" y="6007"/>
                  </a:lnTo>
                  <a:cubicBezTo>
                    <a:pt x="11739" y="6007"/>
                    <a:pt x="11770" y="6008"/>
                    <a:pt x="11802" y="6008"/>
                  </a:cubicBezTo>
                  <a:cubicBezTo>
                    <a:pt x="12574" y="6008"/>
                    <a:pt x="13329" y="5768"/>
                    <a:pt x="13961" y="5320"/>
                  </a:cubicBezTo>
                  <a:lnTo>
                    <a:pt x="16857" y="3269"/>
                  </a:lnTo>
                  <a:cubicBezTo>
                    <a:pt x="17386" y="2895"/>
                    <a:pt x="17511" y="2164"/>
                    <a:pt x="17137" y="1635"/>
                  </a:cubicBezTo>
                  <a:cubicBezTo>
                    <a:pt x="16908" y="1312"/>
                    <a:pt x="16547" y="1140"/>
                    <a:pt x="16180" y="1140"/>
                  </a:cubicBezTo>
                  <a:cubicBezTo>
                    <a:pt x="15946" y="1140"/>
                    <a:pt x="15709" y="1210"/>
                    <a:pt x="15504" y="1356"/>
                  </a:cubicBezTo>
                  <a:lnTo>
                    <a:pt x="12476" y="3501"/>
                  </a:lnTo>
                  <a:cubicBezTo>
                    <a:pt x="12359" y="3583"/>
                    <a:pt x="12220" y="3627"/>
                    <a:pt x="12078" y="3627"/>
                  </a:cubicBezTo>
                  <a:cubicBezTo>
                    <a:pt x="12056" y="3627"/>
                    <a:pt x="12034" y="3626"/>
                    <a:pt x="12011" y="3624"/>
                  </a:cubicBezTo>
                  <a:lnTo>
                    <a:pt x="10077" y="3430"/>
                  </a:lnTo>
                  <a:cubicBezTo>
                    <a:pt x="10010" y="3421"/>
                    <a:pt x="9997" y="3329"/>
                    <a:pt x="10059" y="3303"/>
                  </a:cubicBezTo>
                  <a:cubicBezTo>
                    <a:pt x="10603" y="3091"/>
                    <a:pt x="10936" y="2540"/>
                    <a:pt x="10872" y="1960"/>
                  </a:cubicBezTo>
                  <a:cubicBezTo>
                    <a:pt x="10808" y="1380"/>
                    <a:pt x="10363" y="916"/>
                    <a:pt x="9786" y="827"/>
                  </a:cubicBezTo>
                  <a:lnTo>
                    <a:pt x="4581" y="27"/>
                  </a:lnTo>
                  <a:cubicBezTo>
                    <a:pt x="4465" y="9"/>
                    <a:pt x="4348" y="0"/>
                    <a:pt x="4232" y="0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2"/>
            <p:cNvSpPr/>
            <p:nvPr/>
          </p:nvSpPr>
          <p:spPr>
            <a:xfrm>
              <a:off x="2072700" y="4271300"/>
              <a:ext cx="126375" cy="174600"/>
            </a:xfrm>
            <a:custGeom>
              <a:rect b="b" l="l" r="r" t="t"/>
              <a:pathLst>
                <a:path extrusionOk="0" h="6984" w="5055">
                  <a:moveTo>
                    <a:pt x="4231" y="0"/>
                  </a:moveTo>
                  <a:cubicBezTo>
                    <a:pt x="3759" y="0"/>
                    <a:pt x="3295" y="146"/>
                    <a:pt x="2905" y="422"/>
                  </a:cubicBezTo>
                  <a:lnTo>
                    <a:pt x="1" y="2479"/>
                  </a:lnTo>
                  <a:lnTo>
                    <a:pt x="3192" y="6984"/>
                  </a:lnTo>
                  <a:cubicBezTo>
                    <a:pt x="3543" y="6772"/>
                    <a:pt x="3914" y="6591"/>
                    <a:pt x="4297" y="6441"/>
                  </a:cubicBezTo>
                  <a:lnTo>
                    <a:pt x="1944" y="3119"/>
                  </a:lnTo>
                  <a:cubicBezTo>
                    <a:pt x="1693" y="2766"/>
                    <a:pt x="1776" y="2276"/>
                    <a:pt x="2130" y="2026"/>
                  </a:cubicBezTo>
                  <a:lnTo>
                    <a:pt x="2131" y="2026"/>
                  </a:lnTo>
                  <a:lnTo>
                    <a:pt x="4395" y="422"/>
                  </a:lnTo>
                  <a:cubicBezTo>
                    <a:pt x="4596" y="280"/>
                    <a:pt x="4819" y="171"/>
                    <a:pt x="5054" y="99"/>
                  </a:cubicBezTo>
                  <a:lnTo>
                    <a:pt x="4580" y="27"/>
                  </a:lnTo>
                  <a:cubicBezTo>
                    <a:pt x="4464" y="9"/>
                    <a:pt x="4347" y="0"/>
                    <a:pt x="4231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2"/>
            <p:cNvSpPr/>
            <p:nvPr/>
          </p:nvSpPr>
          <p:spPr>
            <a:xfrm>
              <a:off x="2218500" y="4327025"/>
              <a:ext cx="118125" cy="29600"/>
            </a:xfrm>
            <a:custGeom>
              <a:rect b="b" l="l" r="r" t="t"/>
              <a:pathLst>
                <a:path extrusionOk="0" h="1184" w="4725">
                  <a:moveTo>
                    <a:pt x="369" y="1"/>
                  </a:moveTo>
                  <a:cubicBezTo>
                    <a:pt x="197" y="1"/>
                    <a:pt x="49" y="128"/>
                    <a:pt x="26" y="302"/>
                  </a:cubicBezTo>
                  <a:cubicBezTo>
                    <a:pt x="1" y="493"/>
                    <a:pt x="135" y="667"/>
                    <a:pt x="325" y="691"/>
                  </a:cubicBezTo>
                  <a:lnTo>
                    <a:pt x="4089" y="1184"/>
                  </a:lnTo>
                  <a:cubicBezTo>
                    <a:pt x="4052" y="1152"/>
                    <a:pt x="4062" y="1091"/>
                    <a:pt x="4107" y="1073"/>
                  </a:cubicBezTo>
                  <a:lnTo>
                    <a:pt x="4107" y="1074"/>
                  </a:lnTo>
                  <a:cubicBezTo>
                    <a:pt x="4362" y="974"/>
                    <a:pt x="4577" y="797"/>
                    <a:pt x="4724" y="568"/>
                  </a:cubicBezTo>
                  <a:lnTo>
                    <a:pt x="415" y="4"/>
                  </a:lnTo>
                  <a:cubicBezTo>
                    <a:pt x="400" y="2"/>
                    <a:pt x="384" y="1"/>
                    <a:pt x="369" y="1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2"/>
            <p:cNvSpPr/>
            <p:nvPr/>
          </p:nvSpPr>
          <p:spPr>
            <a:xfrm>
              <a:off x="2013600" y="4313550"/>
              <a:ext cx="149425" cy="181875"/>
            </a:xfrm>
            <a:custGeom>
              <a:rect b="b" l="l" r="r" t="t"/>
              <a:pathLst>
                <a:path extrusionOk="0" h="7275" w="5977">
                  <a:moveTo>
                    <a:pt x="1505" y="0"/>
                  </a:moveTo>
                  <a:cubicBezTo>
                    <a:pt x="1397" y="0"/>
                    <a:pt x="1288" y="32"/>
                    <a:pt x="1193" y="99"/>
                  </a:cubicBezTo>
                  <a:lnTo>
                    <a:pt x="0" y="945"/>
                  </a:lnTo>
                  <a:lnTo>
                    <a:pt x="4484" y="7275"/>
                  </a:lnTo>
                  <a:lnTo>
                    <a:pt x="5676" y="6431"/>
                  </a:lnTo>
                  <a:cubicBezTo>
                    <a:pt x="5918" y="6259"/>
                    <a:pt x="5977" y="5928"/>
                    <a:pt x="5809" y="5689"/>
                  </a:cubicBezTo>
                  <a:lnTo>
                    <a:pt x="1936" y="222"/>
                  </a:lnTo>
                  <a:cubicBezTo>
                    <a:pt x="1833" y="77"/>
                    <a:pt x="1671" y="0"/>
                    <a:pt x="15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2"/>
            <p:cNvSpPr/>
            <p:nvPr/>
          </p:nvSpPr>
          <p:spPr>
            <a:xfrm>
              <a:off x="1938525" y="4336875"/>
              <a:ext cx="187575" cy="208900"/>
            </a:xfrm>
            <a:custGeom>
              <a:rect b="b" l="l" r="r" t="t"/>
              <a:pathLst>
                <a:path extrusionOk="0" h="8356" w="7503">
                  <a:moveTo>
                    <a:pt x="3018" y="1"/>
                  </a:moveTo>
                  <a:lnTo>
                    <a:pt x="303" y="1925"/>
                  </a:lnTo>
                  <a:cubicBezTo>
                    <a:pt x="60" y="2096"/>
                    <a:pt x="0" y="2429"/>
                    <a:pt x="170" y="2667"/>
                  </a:cubicBezTo>
                  <a:lnTo>
                    <a:pt x="4042" y="8135"/>
                  </a:lnTo>
                  <a:cubicBezTo>
                    <a:pt x="4144" y="8279"/>
                    <a:pt x="4307" y="8356"/>
                    <a:pt x="4473" y="8356"/>
                  </a:cubicBezTo>
                  <a:cubicBezTo>
                    <a:pt x="4581" y="8356"/>
                    <a:pt x="4691" y="8323"/>
                    <a:pt x="4787" y="8255"/>
                  </a:cubicBezTo>
                  <a:lnTo>
                    <a:pt x="7503" y="6331"/>
                  </a:lnTo>
                  <a:lnTo>
                    <a:pt x="30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2"/>
            <p:cNvSpPr/>
            <p:nvPr/>
          </p:nvSpPr>
          <p:spPr>
            <a:xfrm>
              <a:off x="2259550" y="3971100"/>
              <a:ext cx="135275" cy="42050"/>
            </a:xfrm>
            <a:custGeom>
              <a:rect b="b" l="l" r="r" t="t"/>
              <a:pathLst>
                <a:path extrusionOk="0" h="1682" w="5411">
                  <a:moveTo>
                    <a:pt x="0" y="1"/>
                  </a:moveTo>
                  <a:lnTo>
                    <a:pt x="967" y="1681"/>
                  </a:lnTo>
                  <a:lnTo>
                    <a:pt x="4443" y="1681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2"/>
            <p:cNvSpPr/>
            <p:nvPr/>
          </p:nvSpPr>
          <p:spPr>
            <a:xfrm>
              <a:off x="2266875" y="3983825"/>
              <a:ext cx="120625" cy="29325"/>
            </a:xfrm>
            <a:custGeom>
              <a:rect b="b" l="l" r="r" t="t"/>
              <a:pathLst>
                <a:path extrusionOk="0" h="1173" w="4825">
                  <a:moveTo>
                    <a:pt x="0" y="1"/>
                  </a:moveTo>
                  <a:lnTo>
                    <a:pt x="674" y="1172"/>
                  </a:lnTo>
                  <a:lnTo>
                    <a:pt x="4150" y="1172"/>
                  </a:lnTo>
                  <a:lnTo>
                    <a:pt x="48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2"/>
            <p:cNvSpPr/>
            <p:nvPr/>
          </p:nvSpPr>
          <p:spPr>
            <a:xfrm>
              <a:off x="2228300" y="3971100"/>
              <a:ext cx="193375" cy="281350"/>
            </a:xfrm>
            <a:custGeom>
              <a:rect b="b" l="l" r="r" t="t"/>
              <a:pathLst>
                <a:path extrusionOk="0" h="11254" w="7735">
                  <a:moveTo>
                    <a:pt x="6661" y="1"/>
                  </a:moveTo>
                  <a:lnTo>
                    <a:pt x="2284" y="6785"/>
                  </a:lnTo>
                  <a:lnTo>
                    <a:pt x="52" y="10243"/>
                  </a:lnTo>
                  <a:cubicBezTo>
                    <a:pt x="1" y="10323"/>
                    <a:pt x="61" y="10422"/>
                    <a:pt x="149" y="10422"/>
                  </a:cubicBezTo>
                  <a:cubicBezTo>
                    <a:pt x="158" y="10422"/>
                    <a:pt x="167" y="10421"/>
                    <a:pt x="177" y="10419"/>
                  </a:cubicBezTo>
                  <a:lnTo>
                    <a:pt x="1231" y="10173"/>
                  </a:lnTo>
                  <a:cubicBezTo>
                    <a:pt x="1240" y="10171"/>
                    <a:pt x="1249" y="10169"/>
                    <a:pt x="1258" y="10169"/>
                  </a:cubicBezTo>
                  <a:cubicBezTo>
                    <a:pt x="1308" y="10169"/>
                    <a:pt x="1354" y="10202"/>
                    <a:pt x="1368" y="10253"/>
                  </a:cubicBezTo>
                  <a:lnTo>
                    <a:pt x="1643" y="11171"/>
                  </a:lnTo>
                  <a:cubicBezTo>
                    <a:pt x="1659" y="11225"/>
                    <a:pt x="1707" y="11254"/>
                    <a:pt x="1755" y="11254"/>
                  </a:cubicBezTo>
                  <a:cubicBezTo>
                    <a:pt x="1792" y="11254"/>
                    <a:pt x="1829" y="11237"/>
                    <a:pt x="1852" y="11200"/>
                  </a:cubicBezTo>
                  <a:cubicBezTo>
                    <a:pt x="1957" y="11038"/>
                    <a:pt x="5608" y="5384"/>
                    <a:pt x="7345" y="2693"/>
                  </a:cubicBezTo>
                  <a:cubicBezTo>
                    <a:pt x="7735" y="2088"/>
                    <a:pt x="7697" y="1303"/>
                    <a:pt x="7249" y="740"/>
                  </a:cubicBezTo>
                  <a:lnTo>
                    <a:pt x="666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2"/>
            <p:cNvSpPr/>
            <p:nvPr/>
          </p:nvSpPr>
          <p:spPr>
            <a:xfrm>
              <a:off x="2228325" y="3971100"/>
              <a:ext cx="182625" cy="260575"/>
            </a:xfrm>
            <a:custGeom>
              <a:rect b="b" l="l" r="r" t="t"/>
              <a:pathLst>
                <a:path extrusionOk="0" h="10423" w="7305">
                  <a:moveTo>
                    <a:pt x="1269" y="10171"/>
                  </a:moveTo>
                  <a:lnTo>
                    <a:pt x="1269" y="10171"/>
                  </a:lnTo>
                  <a:lnTo>
                    <a:pt x="1270" y="10171"/>
                  </a:lnTo>
                  <a:cubicBezTo>
                    <a:pt x="1270" y="10171"/>
                    <a:pt x="1270" y="10171"/>
                    <a:pt x="1269" y="10171"/>
                  </a:cubicBezTo>
                  <a:close/>
                  <a:moveTo>
                    <a:pt x="6660" y="1"/>
                  </a:moveTo>
                  <a:lnTo>
                    <a:pt x="2283" y="6785"/>
                  </a:lnTo>
                  <a:lnTo>
                    <a:pt x="52" y="10243"/>
                  </a:lnTo>
                  <a:cubicBezTo>
                    <a:pt x="1" y="10323"/>
                    <a:pt x="61" y="10422"/>
                    <a:pt x="149" y="10422"/>
                  </a:cubicBezTo>
                  <a:cubicBezTo>
                    <a:pt x="157" y="10422"/>
                    <a:pt x="167" y="10421"/>
                    <a:pt x="176" y="10419"/>
                  </a:cubicBezTo>
                  <a:lnTo>
                    <a:pt x="1231" y="10173"/>
                  </a:lnTo>
                  <a:cubicBezTo>
                    <a:pt x="1239" y="10171"/>
                    <a:pt x="1247" y="10170"/>
                    <a:pt x="1256" y="10170"/>
                  </a:cubicBezTo>
                  <a:cubicBezTo>
                    <a:pt x="1260" y="10170"/>
                    <a:pt x="1265" y="10170"/>
                    <a:pt x="1269" y="10171"/>
                  </a:cubicBezTo>
                  <a:lnTo>
                    <a:pt x="1269" y="10171"/>
                  </a:lnTo>
                  <a:lnTo>
                    <a:pt x="3454" y="6785"/>
                  </a:lnTo>
                  <a:lnTo>
                    <a:pt x="7304" y="817"/>
                  </a:lnTo>
                  <a:cubicBezTo>
                    <a:pt x="7286" y="790"/>
                    <a:pt x="7268" y="766"/>
                    <a:pt x="7248" y="740"/>
                  </a:cubicBezTo>
                  <a:lnTo>
                    <a:pt x="66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2"/>
            <p:cNvSpPr/>
            <p:nvPr/>
          </p:nvSpPr>
          <p:spPr>
            <a:xfrm>
              <a:off x="2232650" y="3971100"/>
              <a:ext cx="193375" cy="281350"/>
            </a:xfrm>
            <a:custGeom>
              <a:rect b="b" l="l" r="r" t="t"/>
              <a:pathLst>
                <a:path extrusionOk="0" h="11254" w="7735">
                  <a:moveTo>
                    <a:pt x="1076" y="1"/>
                  </a:moveTo>
                  <a:lnTo>
                    <a:pt x="487" y="740"/>
                  </a:lnTo>
                  <a:cubicBezTo>
                    <a:pt x="40" y="1303"/>
                    <a:pt x="1" y="2088"/>
                    <a:pt x="391" y="2693"/>
                  </a:cubicBezTo>
                  <a:lnTo>
                    <a:pt x="5885" y="11200"/>
                  </a:lnTo>
                  <a:cubicBezTo>
                    <a:pt x="5908" y="11236"/>
                    <a:pt x="5945" y="11253"/>
                    <a:pt x="5981" y="11253"/>
                  </a:cubicBezTo>
                  <a:cubicBezTo>
                    <a:pt x="6029" y="11253"/>
                    <a:pt x="6077" y="11224"/>
                    <a:pt x="6092" y="11170"/>
                  </a:cubicBezTo>
                  <a:lnTo>
                    <a:pt x="6367" y="10252"/>
                  </a:lnTo>
                  <a:cubicBezTo>
                    <a:pt x="6382" y="10202"/>
                    <a:pt x="6428" y="10169"/>
                    <a:pt x="6479" y="10169"/>
                  </a:cubicBezTo>
                  <a:cubicBezTo>
                    <a:pt x="6487" y="10169"/>
                    <a:pt x="6496" y="10170"/>
                    <a:pt x="6505" y="10172"/>
                  </a:cubicBezTo>
                  <a:lnTo>
                    <a:pt x="7560" y="10419"/>
                  </a:lnTo>
                  <a:cubicBezTo>
                    <a:pt x="7569" y="10421"/>
                    <a:pt x="7578" y="10422"/>
                    <a:pt x="7587" y="10422"/>
                  </a:cubicBezTo>
                  <a:cubicBezTo>
                    <a:pt x="7674" y="10422"/>
                    <a:pt x="7735" y="10323"/>
                    <a:pt x="7683" y="10243"/>
                  </a:cubicBezTo>
                  <a:lnTo>
                    <a:pt x="107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2"/>
            <p:cNvSpPr/>
            <p:nvPr/>
          </p:nvSpPr>
          <p:spPr>
            <a:xfrm>
              <a:off x="2232675" y="3971100"/>
              <a:ext cx="160150" cy="281350"/>
            </a:xfrm>
            <a:custGeom>
              <a:rect b="b" l="l" r="r" t="t"/>
              <a:pathLst>
                <a:path extrusionOk="0" h="11254" w="6406">
                  <a:moveTo>
                    <a:pt x="1075" y="1"/>
                  </a:moveTo>
                  <a:lnTo>
                    <a:pt x="487" y="740"/>
                  </a:lnTo>
                  <a:cubicBezTo>
                    <a:pt x="39" y="1303"/>
                    <a:pt x="1" y="2088"/>
                    <a:pt x="391" y="2693"/>
                  </a:cubicBezTo>
                  <a:lnTo>
                    <a:pt x="5884" y="11200"/>
                  </a:lnTo>
                  <a:cubicBezTo>
                    <a:pt x="5907" y="11236"/>
                    <a:pt x="5944" y="11253"/>
                    <a:pt x="5981" y="11253"/>
                  </a:cubicBezTo>
                  <a:cubicBezTo>
                    <a:pt x="6029" y="11253"/>
                    <a:pt x="6077" y="11224"/>
                    <a:pt x="6092" y="11170"/>
                  </a:cubicBezTo>
                  <a:lnTo>
                    <a:pt x="6367" y="10252"/>
                  </a:lnTo>
                  <a:cubicBezTo>
                    <a:pt x="6374" y="10229"/>
                    <a:pt x="6388" y="10209"/>
                    <a:pt x="6406" y="10195"/>
                  </a:cubicBezTo>
                  <a:lnTo>
                    <a:pt x="1562" y="2693"/>
                  </a:lnTo>
                  <a:cubicBezTo>
                    <a:pt x="1190" y="2117"/>
                    <a:pt x="1206" y="1374"/>
                    <a:pt x="1601" y="816"/>
                  </a:cubicBezTo>
                  <a:lnTo>
                    <a:pt x="10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85500" lIns="185500" spcFirstLastPara="1" rIns="185500" wrap="square" tIns="185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3"/>
          <p:cNvSpPr txBox="1"/>
          <p:nvPr>
            <p:ph idx="4" type="title"/>
          </p:nvPr>
        </p:nvSpPr>
        <p:spPr>
          <a:xfrm>
            <a:off x="1203900" y="15640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Bringing Mainstreaming to Breast Cancer Screening</a:t>
            </a:r>
            <a:endParaRPr/>
          </a:p>
        </p:txBody>
      </p:sp>
      <p:grpSp>
        <p:nvGrpSpPr>
          <p:cNvPr id="706" name="Google Shape;706;p63"/>
          <p:cNvGrpSpPr/>
          <p:nvPr/>
        </p:nvGrpSpPr>
        <p:grpSpPr>
          <a:xfrm>
            <a:off x="1465340" y="2264039"/>
            <a:ext cx="751839" cy="914428"/>
            <a:chOff x="3510500" y="3118900"/>
            <a:chExt cx="473450" cy="575800"/>
          </a:xfrm>
        </p:grpSpPr>
        <p:sp>
          <p:nvSpPr>
            <p:cNvPr id="707" name="Google Shape;707;p63"/>
            <p:cNvSpPr/>
            <p:nvPr/>
          </p:nvSpPr>
          <p:spPr>
            <a:xfrm>
              <a:off x="3510500" y="3118900"/>
              <a:ext cx="270700" cy="575800"/>
            </a:xfrm>
            <a:custGeom>
              <a:rect b="b" l="l" r="r" t="t"/>
              <a:pathLst>
                <a:path extrusionOk="0" h="23032" w="10828">
                  <a:moveTo>
                    <a:pt x="7937" y="0"/>
                  </a:moveTo>
                  <a:cubicBezTo>
                    <a:pt x="7046" y="0"/>
                    <a:pt x="6208" y="423"/>
                    <a:pt x="5677" y="1141"/>
                  </a:cubicBezTo>
                  <a:cubicBezTo>
                    <a:pt x="5613" y="1227"/>
                    <a:pt x="5516" y="1270"/>
                    <a:pt x="5419" y="1270"/>
                  </a:cubicBezTo>
                  <a:cubicBezTo>
                    <a:pt x="5319" y="1270"/>
                    <a:pt x="5219" y="1225"/>
                    <a:pt x="5152" y="1136"/>
                  </a:cubicBezTo>
                  <a:cubicBezTo>
                    <a:pt x="4621" y="421"/>
                    <a:pt x="3784" y="1"/>
                    <a:pt x="2897" y="1"/>
                  </a:cubicBezTo>
                  <a:cubicBezTo>
                    <a:pt x="2865" y="1"/>
                    <a:pt x="2834" y="1"/>
                    <a:pt x="2803" y="2"/>
                  </a:cubicBezTo>
                  <a:cubicBezTo>
                    <a:pt x="1341" y="47"/>
                    <a:pt x="144" y="1226"/>
                    <a:pt x="76" y="2686"/>
                  </a:cubicBezTo>
                  <a:cubicBezTo>
                    <a:pt x="1" y="4339"/>
                    <a:pt x="1333" y="5639"/>
                    <a:pt x="2885" y="5639"/>
                  </a:cubicBezTo>
                  <a:cubicBezTo>
                    <a:pt x="3122" y="5639"/>
                    <a:pt x="3364" y="5609"/>
                    <a:pt x="3606" y="5545"/>
                  </a:cubicBezTo>
                  <a:cubicBezTo>
                    <a:pt x="3634" y="5538"/>
                    <a:pt x="3662" y="5534"/>
                    <a:pt x="3690" y="5534"/>
                  </a:cubicBezTo>
                  <a:cubicBezTo>
                    <a:pt x="3865" y="5534"/>
                    <a:pt x="4018" y="5677"/>
                    <a:pt x="4019" y="5862"/>
                  </a:cubicBezTo>
                  <a:lnTo>
                    <a:pt x="4019" y="17170"/>
                  </a:lnTo>
                  <a:cubicBezTo>
                    <a:pt x="4018" y="17356"/>
                    <a:pt x="3866" y="17498"/>
                    <a:pt x="3691" y="17498"/>
                  </a:cubicBezTo>
                  <a:cubicBezTo>
                    <a:pt x="3663" y="17498"/>
                    <a:pt x="3635" y="17494"/>
                    <a:pt x="3606" y="17487"/>
                  </a:cubicBezTo>
                  <a:cubicBezTo>
                    <a:pt x="3364" y="17423"/>
                    <a:pt x="3124" y="17393"/>
                    <a:pt x="2888" y="17393"/>
                  </a:cubicBezTo>
                  <a:cubicBezTo>
                    <a:pt x="1415" y="17393"/>
                    <a:pt x="143" y="18569"/>
                    <a:pt x="76" y="20086"/>
                  </a:cubicBezTo>
                  <a:cubicBezTo>
                    <a:pt x="5" y="21701"/>
                    <a:pt x="1292" y="23032"/>
                    <a:pt x="2892" y="23032"/>
                  </a:cubicBezTo>
                  <a:cubicBezTo>
                    <a:pt x="2893" y="23032"/>
                    <a:pt x="2894" y="23032"/>
                    <a:pt x="2895" y="23032"/>
                  </a:cubicBezTo>
                  <a:cubicBezTo>
                    <a:pt x="3786" y="23032"/>
                    <a:pt x="4625" y="22609"/>
                    <a:pt x="5156" y="21892"/>
                  </a:cubicBezTo>
                  <a:cubicBezTo>
                    <a:pt x="5221" y="21805"/>
                    <a:pt x="5318" y="21761"/>
                    <a:pt x="5416" y="21761"/>
                  </a:cubicBezTo>
                  <a:cubicBezTo>
                    <a:pt x="5514" y="21761"/>
                    <a:pt x="5612" y="21805"/>
                    <a:pt x="5677" y="21892"/>
                  </a:cubicBezTo>
                  <a:cubicBezTo>
                    <a:pt x="6207" y="22609"/>
                    <a:pt x="7045" y="23032"/>
                    <a:pt x="7937" y="23032"/>
                  </a:cubicBezTo>
                  <a:cubicBezTo>
                    <a:pt x="7938" y="23032"/>
                    <a:pt x="7939" y="23032"/>
                    <a:pt x="7940" y="23032"/>
                  </a:cubicBezTo>
                  <a:cubicBezTo>
                    <a:pt x="9539" y="23032"/>
                    <a:pt x="10827" y="21701"/>
                    <a:pt x="10756" y="20086"/>
                  </a:cubicBezTo>
                  <a:cubicBezTo>
                    <a:pt x="10689" y="18570"/>
                    <a:pt x="9417" y="17393"/>
                    <a:pt x="7943" y="17393"/>
                  </a:cubicBezTo>
                  <a:cubicBezTo>
                    <a:pt x="7708" y="17393"/>
                    <a:pt x="7467" y="17423"/>
                    <a:pt x="7225" y="17487"/>
                  </a:cubicBezTo>
                  <a:lnTo>
                    <a:pt x="7226" y="17487"/>
                  </a:lnTo>
                  <a:cubicBezTo>
                    <a:pt x="7198" y="17494"/>
                    <a:pt x="7169" y="17498"/>
                    <a:pt x="7141" y="17498"/>
                  </a:cubicBezTo>
                  <a:cubicBezTo>
                    <a:pt x="6966" y="17498"/>
                    <a:pt x="6814" y="17356"/>
                    <a:pt x="6814" y="17170"/>
                  </a:cubicBezTo>
                  <a:lnTo>
                    <a:pt x="6814" y="12501"/>
                  </a:lnTo>
                  <a:cubicBezTo>
                    <a:pt x="5838" y="11318"/>
                    <a:pt x="5342" y="9940"/>
                    <a:pt x="5342" y="8290"/>
                  </a:cubicBezTo>
                  <a:cubicBezTo>
                    <a:pt x="5342" y="5065"/>
                    <a:pt x="7491" y="2446"/>
                    <a:pt x="10497" y="1724"/>
                  </a:cubicBezTo>
                  <a:cubicBezTo>
                    <a:pt x="10048" y="761"/>
                    <a:pt x="9073" y="0"/>
                    <a:pt x="7940" y="0"/>
                  </a:cubicBezTo>
                  <a:cubicBezTo>
                    <a:pt x="7939" y="0"/>
                    <a:pt x="7938" y="0"/>
                    <a:pt x="7937" y="0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3"/>
            <p:cNvSpPr/>
            <p:nvPr/>
          </p:nvSpPr>
          <p:spPr>
            <a:xfrm>
              <a:off x="3608075" y="3257250"/>
              <a:ext cx="37675" cy="299075"/>
            </a:xfrm>
            <a:custGeom>
              <a:rect b="b" l="l" r="r" t="t"/>
              <a:pathLst>
                <a:path extrusionOk="0" h="11963" w="1507">
                  <a:moveTo>
                    <a:pt x="1180" y="0"/>
                  </a:moveTo>
                  <a:cubicBezTo>
                    <a:pt x="1152" y="0"/>
                    <a:pt x="1124" y="4"/>
                    <a:pt x="1095" y="11"/>
                  </a:cubicBezTo>
                  <a:cubicBezTo>
                    <a:pt x="860" y="74"/>
                    <a:pt x="617" y="105"/>
                    <a:pt x="375" y="105"/>
                  </a:cubicBezTo>
                  <a:cubicBezTo>
                    <a:pt x="251" y="105"/>
                    <a:pt x="126" y="97"/>
                    <a:pt x="3" y="81"/>
                  </a:cubicBezTo>
                  <a:lnTo>
                    <a:pt x="3" y="81"/>
                  </a:lnTo>
                  <a:cubicBezTo>
                    <a:pt x="75" y="142"/>
                    <a:pt x="117" y="233"/>
                    <a:pt x="117" y="328"/>
                  </a:cubicBezTo>
                  <a:lnTo>
                    <a:pt x="117" y="11636"/>
                  </a:lnTo>
                  <a:cubicBezTo>
                    <a:pt x="117" y="11732"/>
                    <a:pt x="74" y="11824"/>
                    <a:pt x="0" y="11886"/>
                  </a:cubicBezTo>
                  <a:cubicBezTo>
                    <a:pt x="127" y="11868"/>
                    <a:pt x="255" y="11860"/>
                    <a:pt x="382" y="11860"/>
                  </a:cubicBezTo>
                  <a:cubicBezTo>
                    <a:pt x="622" y="11860"/>
                    <a:pt x="862" y="11890"/>
                    <a:pt x="1095" y="11952"/>
                  </a:cubicBezTo>
                  <a:cubicBezTo>
                    <a:pt x="1124" y="11959"/>
                    <a:pt x="1152" y="11963"/>
                    <a:pt x="1180" y="11963"/>
                  </a:cubicBezTo>
                  <a:cubicBezTo>
                    <a:pt x="1355" y="11963"/>
                    <a:pt x="1506" y="11821"/>
                    <a:pt x="1506" y="11636"/>
                  </a:cubicBezTo>
                  <a:lnTo>
                    <a:pt x="1506" y="3771"/>
                  </a:lnTo>
                  <a:cubicBezTo>
                    <a:pt x="1462" y="3434"/>
                    <a:pt x="1439" y="3094"/>
                    <a:pt x="1440" y="2756"/>
                  </a:cubicBezTo>
                  <a:cubicBezTo>
                    <a:pt x="1440" y="2429"/>
                    <a:pt x="1463" y="2104"/>
                    <a:pt x="1506" y="1781"/>
                  </a:cubicBezTo>
                  <a:lnTo>
                    <a:pt x="1506" y="328"/>
                  </a:lnTo>
                  <a:cubicBezTo>
                    <a:pt x="1506" y="142"/>
                    <a:pt x="1355" y="0"/>
                    <a:pt x="1180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3"/>
            <p:cNvSpPr/>
            <p:nvPr/>
          </p:nvSpPr>
          <p:spPr>
            <a:xfrm>
              <a:off x="3510525" y="3118925"/>
              <a:ext cx="89750" cy="140975"/>
            </a:xfrm>
            <a:custGeom>
              <a:rect b="b" l="l" r="r" t="t"/>
              <a:pathLst>
                <a:path extrusionOk="0" h="5639" w="3590">
                  <a:moveTo>
                    <a:pt x="2893" y="0"/>
                  </a:moveTo>
                  <a:cubicBezTo>
                    <a:pt x="2862" y="0"/>
                    <a:pt x="2832" y="1"/>
                    <a:pt x="2802" y="1"/>
                  </a:cubicBezTo>
                  <a:cubicBezTo>
                    <a:pt x="1340" y="46"/>
                    <a:pt x="144" y="1225"/>
                    <a:pt x="75" y="2685"/>
                  </a:cubicBezTo>
                  <a:cubicBezTo>
                    <a:pt x="0" y="4337"/>
                    <a:pt x="1331" y="5638"/>
                    <a:pt x="2885" y="5638"/>
                  </a:cubicBezTo>
                  <a:cubicBezTo>
                    <a:pt x="3114" y="5638"/>
                    <a:pt x="3348" y="5610"/>
                    <a:pt x="3583" y="5551"/>
                  </a:cubicBezTo>
                  <a:cubicBezTo>
                    <a:pt x="2348" y="5232"/>
                    <a:pt x="1401" y="4085"/>
                    <a:pt x="1466" y="2685"/>
                  </a:cubicBezTo>
                  <a:cubicBezTo>
                    <a:pt x="1524" y="1432"/>
                    <a:pt x="2415" y="386"/>
                    <a:pt x="3589" y="87"/>
                  </a:cubicBezTo>
                  <a:cubicBezTo>
                    <a:pt x="3362" y="29"/>
                    <a:pt x="3128" y="0"/>
                    <a:pt x="2893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3"/>
            <p:cNvSpPr/>
            <p:nvPr/>
          </p:nvSpPr>
          <p:spPr>
            <a:xfrm>
              <a:off x="3510650" y="3553725"/>
              <a:ext cx="89550" cy="140975"/>
            </a:xfrm>
            <a:custGeom>
              <a:rect b="b" l="l" r="r" t="t"/>
              <a:pathLst>
                <a:path extrusionOk="0" h="5639" w="3582">
                  <a:moveTo>
                    <a:pt x="2885" y="0"/>
                  </a:moveTo>
                  <a:cubicBezTo>
                    <a:pt x="1410" y="0"/>
                    <a:pt x="137" y="1175"/>
                    <a:pt x="70" y="2693"/>
                  </a:cubicBezTo>
                  <a:cubicBezTo>
                    <a:pt x="0" y="4308"/>
                    <a:pt x="1287" y="5639"/>
                    <a:pt x="2886" y="5639"/>
                  </a:cubicBezTo>
                  <a:cubicBezTo>
                    <a:pt x="3121" y="5639"/>
                    <a:pt x="3354" y="5610"/>
                    <a:pt x="3581" y="5551"/>
                  </a:cubicBezTo>
                  <a:cubicBezTo>
                    <a:pt x="2322" y="5232"/>
                    <a:pt x="1400" y="4066"/>
                    <a:pt x="1461" y="2693"/>
                  </a:cubicBezTo>
                  <a:cubicBezTo>
                    <a:pt x="1517" y="1421"/>
                    <a:pt x="2421" y="389"/>
                    <a:pt x="3582" y="88"/>
                  </a:cubicBezTo>
                  <a:cubicBezTo>
                    <a:pt x="3347" y="29"/>
                    <a:pt x="3114" y="0"/>
                    <a:pt x="2885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3"/>
            <p:cNvSpPr/>
            <p:nvPr/>
          </p:nvSpPr>
          <p:spPr>
            <a:xfrm>
              <a:off x="3641975" y="3155150"/>
              <a:ext cx="341975" cy="342000"/>
            </a:xfrm>
            <a:custGeom>
              <a:rect b="b" l="l" r="r" t="t"/>
              <a:pathLst>
                <a:path extrusionOk="0" h="13680" w="13679">
                  <a:moveTo>
                    <a:pt x="6839" y="1"/>
                  </a:moveTo>
                  <a:cubicBezTo>
                    <a:pt x="3068" y="1"/>
                    <a:pt x="0" y="3069"/>
                    <a:pt x="0" y="6840"/>
                  </a:cubicBezTo>
                  <a:cubicBezTo>
                    <a:pt x="0" y="10611"/>
                    <a:pt x="3068" y="13679"/>
                    <a:pt x="6839" y="13679"/>
                  </a:cubicBezTo>
                  <a:cubicBezTo>
                    <a:pt x="10610" y="13679"/>
                    <a:pt x="13679" y="10611"/>
                    <a:pt x="13679" y="6840"/>
                  </a:cubicBezTo>
                  <a:cubicBezTo>
                    <a:pt x="13679" y="3069"/>
                    <a:pt x="10609" y="1"/>
                    <a:pt x="68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3"/>
            <p:cNvSpPr/>
            <p:nvPr/>
          </p:nvSpPr>
          <p:spPr>
            <a:xfrm>
              <a:off x="3671700" y="3184900"/>
              <a:ext cx="282500" cy="282500"/>
            </a:xfrm>
            <a:custGeom>
              <a:rect b="b" l="l" r="r" t="t"/>
              <a:pathLst>
                <a:path extrusionOk="0" h="11300" w="11300">
                  <a:moveTo>
                    <a:pt x="5650" y="0"/>
                  </a:moveTo>
                  <a:cubicBezTo>
                    <a:pt x="2535" y="0"/>
                    <a:pt x="0" y="2534"/>
                    <a:pt x="0" y="5650"/>
                  </a:cubicBezTo>
                  <a:cubicBezTo>
                    <a:pt x="0" y="8765"/>
                    <a:pt x="2535" y="11300"/>
                    <a:pt x="5650" y="11300"/>
                  </a:cubicBezTo>
                  <a:cubicBezTo>
                    <a:pt x="8765" y="11300"/>
                    <a:pt x="11299" y="8766"/>
                    <a:pt x="11299" y="5650"/>
                  </a:cubicBezTo>
                  <a:cubicBezTo>
                    <a:pt x="11299" y="2534"/>
                    <a:pt x="8765" y="0"/>
                    <a:pt x="56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3"/>
            <p:cNvSpPr/>
            <p:nvPr/>
          </p:nvSpPr>
          <p:spPr>
            <a:xfrm>
              <a:off x="3777050" y="3363025"/>
              <a:ext cx="65525" cy="63075"/>
            </a:xfrm>
            <a:custGeom>
              <a:rect b="b" l="l" r="r" t="t"/>
              <a:pathLst>
                <a:path extrusionOk="0" h="2523" w="2621">
                  <a:moveTo>
                    <a:pt x="1360" y="1"/>
                  </a:moveTo>
                  <a:cubicBezTo>
                    <a:pt x="850" y="1"/>
                    <a:pt x="390" y="308"/>
                    <a:pt x="195" y="779"/>
                  </a:cubicBezTo>
                  <a:cubicBezTo>
                    <a:pt x="0" y="1250"/>
                    <a:pt x="108" y="1792"/>
                    <a:pt x="468" y="2153"/>
                  </a:cubicBezTo>
                  <a:cubicBezTo>
                    <a:pt x="709" y="2394"/>
                    <a:pt x="1031" y="2522"/>
                    <a:pt x="1359" y="2522"/>
                  </a:cubicBezTo>
                  <a:cubicBezTo>
                    <a:pt x="1522" y="2522"/>
                    <a:pt x="1686" y="2491"/>
                    <a:pt x="1842" y="2426"/>
                  </a:cubicBezTo>
                  <a:cubicBezTo>
                    <a:pt x="2313" y="2231"/>
                    <a:pt x="2621" y="1772"/>
                    <a:pt x="2621" y="1261"/>
                  </a:cubicBezTo>
                  <a:cubicBezTo>
                    <a:pt x="2621" y="565"/>
                    <a:pt x="2056" y="1"/>
                    <a:pt x="13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3"/>
            <p:cNvSpPr/>
            <p:nvPr/>
          </p:nvSpPr>
          <p:spPr>
            <a:xfrm>
              <a:off x="3779500" y="3363025"/>
              <a:ext cx="48925" cy="63075"/>
            </a:xfrm>
            <a:custGeom>
              <a:rect b="b" l="l" r="r" t="t"/>
              <a:pathLst>
                <a:path extrusionOk="0" h="2523" w="1957">
                  <a:moveTo>
                    <a:pt x="1262" y="1"/>
                  </a:moveTo>
                  <a:cubicBezTo>
                    <a:pt x="1057" y="1"/>
                    <a:pt x="851" y="50"/>
                    <a:pt x="664" y="151"/>
                  </a:cubicBezTo>
                  <a:cubicBezTo>
                    <a:pt x="256" y="370"/>
                    <a:pt x="0" y="798"/>
                    <a:pt x="0" y="1261"/>
                  </a:cubicBezTo>
                  <a:cubicBezTo>
                    <a:pt x="0" y="1726"/>
                    <a:pt x="256" y="2152"/>
                    <a:pt x="664" y="2372"/>
                  </a:cubicBezTo>
                  <a:cubicBezTo>
                    <a:pt x="851" y="2472"/>
                    <a:pt x="1057" y="2522"/>
                    <a:pt x="1262" y="2522"/>
                  </a:cubicBezTo>
                  <a:cubicBezTo>
                    <a:pt x="1505" y="2522"/>
                    <a:pt x="1747" y="2452"/>
                    <a:pt x="1957" y="2313"/>
                  </a:cubicBezTo>
                  <a:cubicBezTo>
                    <a:pt x="1603" y="2080"/>
                    <a:pt x="1391" y="1684"/>
                    <a:pt x="1391" y="1261"/>
                  </a:cubicBezTo>
                  <a:cubicBezTo>
                    <a:pt x="1391" y="838"/>
                    <a:pt x="1603" y="443"/>
                    <a:pt x="1957" y="209"/>
                  </a:cubicBezTo>
                  <a:cubicBezTo>
                    <a:pt x="1747" y="71"/>
                    <a:pt x="1505" y="1"/>
                    <a:pt x="12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3"/>
            <p:cNvSpPr/>
            <p:nvPr/>
          </p:nvSpPr>
          <p:spPr>
            <a:xfrm>
              <a:off x="3841150" y="3310700"/>
              <a:ext cx="37100" cy="35700"/>
            </a:xfrm>
            <a:custGeom>
              <a:rect b="b" l="l" r="r" t="t"/>
              <a:pathLst>
                <a:path extrusionOk="0" h="1428" w="1484">
                  <a:moveTo>
                    <a:pt x="770" y="0"/>
                  </a:moveTo>
                  <a:cubicBezTo>
                    <a:pt x="481" y="0"/>
                    <a:pt x="221" y="174"/>
                    <a:pt x="110" y="441"/>
                  </a:cubicBezTo>
                  <a:cubicBezTo>
                    <a:pt x="0" y="708"/>
                    <a:pt x="61" y="1015"/>
                    <a:pt x="266" y="1219"/>
                  </a:cubicBezTo>
                  <a:cubicBezTo>
                    <a:pt x="402" y="1355"/>
                    <a:pt x="584" y="1428"/>
                    <a:pt x="769" y="1428"/>
                  </a:cubicBezTo>
                  <a:cubicBezTo>
                    <a:pt x="861" y="1428"/>
                    <a:pt x="954" y="1410"/>
                    <a:pt x="1043" y="1373"/>
                  </a:cubicBezTo>
                  <a:cubicBezTo>
                    <a:pt x="1310" y="1263"/>
                    <a:pt x="1484" y="1003"/>
                    <a:pt x="1484" y="715"/>
                  </a:cubicBezTo>
                  <a:cubicBezTo>
                    <a:pt x="1484" y="320"/>
                    <a:pt x="1164" y="0"/>
                    <a:pt x="770" y="0"/>
                  </a:cubicBezTo>
                  <a:close/>
                </a:path>
              </a:pathLst>
            </a:custGeom>
            <a:solidFill>
              <a:srgbClr val="F25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3"/>
            <p:cNvSpPr/>
            <p:nvPr/>
          </p:nvSpPr>
          <p:spPr>
            <a:xfrm>
              <a:off x="3842525" y="3310700"/>
              <a:ext cx="31900" cy="35700"/>
            </a:xfrm>
            <a:custGeom>
              <a:rect b="b" l="l" r="r" t="t"/>
              <a:pathLst>
                <a:path extrusionOk="0" h="1428" w="1276">
                  <a:moveTo>
                    <a:pt x="714" y="1"/>
                  </a:moveTo>
                  <a:cubicBezTo>
                    <a:pt x="636" y="1"/>
                    <a:pt x="557" y="14"/>
                    <a:pt x="480" y="40"/>
                  </a:cubicBezTo>
                  <a:cubicBezTo>
                    <a:pt x="194" y="139"/>
                    <a:pt x="1" y="410"/>
                    <a:pt x="1" y="715"/>
                  </a:cubicBezTo>
                  <a:cubicBezTo>
                    <a:pt x="1" y="1018"/>
                    <a:pt x="194" y="1289"/>
                    <a:pt x="480" y="1388"/>
                  </a:cubicBezTo>
                  <a:cubicBezTo>
                    <a:pt x="557" y="1415"/>
                    <a:pt x="636" y="1428"/>
                    <a:pt x="715" y="1428"/>
                  </a:cubicBezTo>
                  <a:cubicBezTo>
                    <a:pt x="929" y="1428"/>
                    <a:pt x="1137" y="1331"/>
                    <a:pt x="1275" y="1156"/>
                  </a:cubicBezTo>
                  <a:cubicBezTo>
                    <a:pt x="1175" y="1030"/>
                    <a:pt x="1121" y="874"/>
                    <a:pt x="1122" y="715"/>
                  </a:cubicBezTo>
                  <a:cubicBezTo>
                    <a:pt x="1121" y="554"/>
                    <a:pt x="1175" y="398"/>
                    <a:pt x="1275" y="273"/>
                  </a:cubicBezTo>
                  <a:cubicBezTo>
                    <a:pt x="1137" y="97"/>
                    <a:pt x="929" y="1"/>
                    <a:pt x="7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3"/>
            <p:cNvSpPr/>
            <p:nvPr/>
          </p:nvSpPr>
          <p:spPr>
            <a:xfrm>
              <a:off x="3749400" y="3255400"/>
              <a:ext cx="74775" cy="71950"/>
            </a:xfrm>
            <a:custGeom>
              <a:rect b="b" l="l" r="r" t="t"/>
              <a:pathLst>
                <a:path extrusionOk="0" h="2878" w="2991">
                  <a:moveTo>
                    <a:pt x="1552" y="0"/>
                  </a:moveTo>
                  <a:cubicBezTo>
                    <a:pt x="970" y="0"/>
                    <a:pt x="444" y="351"/>
                    <a:pt x="223" y="888"/>
                  </a:cubicBezTo>
                  <a:cubicBezTo>
                    <a:pt x="0" y="1426"/>
                    <a:pt x="123" y="2044"/>
                    <a:pt x="534" y="2457"/>
                  </a:cubicBezTo>
                  <a:cubicBezTo>
                    <a:pt x="809" y="2732"/>
                    <a:pt x="1177" y="2877"/>
                    <a:pt x="1551" y="2877"/>
                  </a:cubicBezTo>
                  <a:cubicBezTo>
                    <a:pt x="1736" y="2877"/>
                    <a:pt x="1924" y="2842"/>
                    <a:pt x="2102" y="2768"/>
                  </a:cubicBezTo>
                  <a:cubicBezTo>
                    <a:pt x="2640" y="2545"/>
                    <a:pt x="2990" y="2021"/>
                    <a:pt x="2990" y="1439"/>
                  </a:cubicBezTo>
                  <a:cubicBezTo>
                    <a:pt x="2990" y="644"/>
                    <a:pt x="2346" y="0"/>
                    <a:pt x="15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3"/>
            <p:cNvSpPr/>
            <p:nvPr/>
          </p:nvSpPr>
          <p:spPr>
            <a:xfrm>
              <a:off x="3752200" y="3255400"/>
              <a:ext cx="53375" cy="71950"/>
            </a:xfrm>
            <a:custGeom>
              <a:rect b="b" l="l" r="r" t="t"/>
              <a:pathLst>
                <a:path extrusionOk="0" h="2878" w="2135">
                  <a:moveTo>
                    <a:pt x="1440" y="0"/>
                  </a:moveTo>
                  <a:cubicBezTo>
                    <a:pt x="1187" y="0"/>
                    <a:pt x="934" y="67"/>
                    <a:pt x="709" y="199"/>
                  </a:cubicBezTo>
                  <a:cubicBezTo>
                    <a:pt x="270" y="458"/>
                    <a:pt x="1" y="929"/>
                    <a:pt x="1" y="1439"/>
                  </a:cubicBezTo>
                  <a:cubicBezTo>
                    <a:pt x="1" y="1948"/>
                    <a:pt x="270" y="2419"/>
                    <a:pt x="709" y="2678"/>
                  </a:cubicBezTo>
                  <a:cubicBezTo>
                    <a:pt x="934" y="2811"/>
                    <a:pt x="1186" y="2878"/>
                    <a:pt x="1439" y="2878"/>
                  </a:cubicBezTo>
                  <a:cubicBezTo>
                    <a:pt x="1678" y="2878"/>
                    <a:pt x="1918" y="2818"/>
                    <a:pt x="2135" y="2698"/>
                  </a:cubicBezTo>
                  <a:cubicBezTo>
                    <a:pt x="1676" y="2445"/>
                    <a:pt x="1392" y="1963"/>
                    <a:pt x="1392" y="1439"/>
                  </a:cubicBezTo>
                  <a:cubicBezTo>
                    <a:pt x="1392" y="914"/>
                    <a:pt x="1676" y="433"/>
                    <a:pt x="2135" y="179"/>
                  </a:cubicBezTo>
                  <a:cubicBezTo>
                    <a:pt x="1918" y="60"/>
                    <a:pt x="1679" y="0"/>
                    <a:pt x="1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3"/>
            <p:cNvSpPr/>
            <p:nvPr/>
          </p:nvSpPr>
          <p:spPr>
            <a:xfrm>
              <a:off x="3719500" y="3345175"/>
              <a:ext cx="31575" cy="30350"/>
            </a:xfrm>
            <a:custGeom>
              <a:rect b="b" l="l" r="r" t="t"/>
              <a:pathLst>
                <a:path extrusionOk="0" h="1214" w="1263">
                  <a:moveTo>
                    <a:pt x="655" y="1"/>
                  </a:moveTo>
                  <a:cubicBezTo>
                    <a:pt x="410" y="1"/>
                    <a:pt x="189" y="149"/>
                    <a:pt x="95" y="376"/>
                  </a:cubicBezTo>
                  <a:cubicBezTo>
                    <a:pt x="0" y="602"/>
                    <a:pt x="53" y="863"/>
                    <a:pt x="226" y="1036"/>
                  </a:cubicBezTo>
                  <a:cubicBezTo>
                    <a:pt x="342" y="1152"/>
                    <a:pt x="497" y="1214"/>
                    <a:pt x="655" y="1214"/>
                  </a:cubicBezTo>
                  <a:cubicBezTo>
                    <a:pt x="733" y="1214"/>
                    <a:pt x="812" y="1199"/>
                    <a:pt x="887" y="1168"/>
                  </a:cubicBezTo>
                  <a:cubicBezTo>
                    <a:pt x="1114" y="1074"/>
                    <a:pt x="1262" y="853"/>
                    <a:pt x="1262" y="608"/>
                  </a:cubicBezTo>
                  <a:cubicBezTo>
                    <a:pt x="1262" y="272"/>
                    <a:pt x="990" y="1"/>
                    <a:pt x="6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3"/>
            <p:cNvSpPr/>
            <p:nvPr/>
          </p:nvSpPr>
          <p:spPr>
            <a:xfrm>
              <a:off x="3851700" y="3239350"/>
              <a:ext cx="42675" cy="41050"/>
            </a:xfrm>
            <a:custGeom>
              <a:rect b="b" l="l" r="r" t="t"/>
              <a:pathLst>
                <a:path extrusionOk="0" h="1642" w="1707">
                  <a:moveTo>
                    <a:pt x="886" y="0"/>
                  </a:moveTo>
                  <a:cubicBezTo>
                    <a:pt x="554" y="0"/>
                    <a:pt x="254" y="200"/>
                    <a:pt x="127" y="507"/>
                  </a:cubicBezTo>
                  <a:cubicBezTo>
                    <a:pt x="0" y="814"/>
                    <a:pt x="71" y="1166"/>
                    <a:pt x="305" y="1401"/>
                  </a:cubicBezTo>
                  <a:cubicBezTo>
                    <a:pt x="462" y="1558"/>
                    <a:pt x="671" y="1642"/>
                    <a:pt x="885" y="1642"/>
                  </a:cubicBezTo>
                  <a:cubicBezTo>
                    <a:pt x="991" y="1642"/>
                    <a:pt x="1098" y="1621"/>
                    <a:pt x="1199" y="1579"/>
                  </a:cubicBezTo>
                  <a:cubicBezTo>
                    <a:pt x="1506" y="1452"/>
                    <a:pt x="1707" y="1153"/>
                    <a:pt x="1707" y="821"/>
                  </a:cubicBezTo>
                  <a:cubicBezTo>
                    <a:pt x="1707" y="367"/>
                    <a:pt x="1339" y="0"/>
                    <a:pt x="886" y="0"/>
                  </a:cubicBezTo>
                  <a:close/>
                </a:path>
              </a:pathLst>
            </a:custGeom>
            <a:solidFill>
              <a:srgbClr val="F25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3"/>
            <p:cNvSpPr/>
            <p:nvPr/>
          </p:nvSpPr>
          <p:spPr>
            <a:xfrm>
              <a:off x="3853300" y="3239325"/>
              <a:ext cx="37925" cy="41075"/>
            </a:xfrm>
            <a:custGeom>
              <a:rect b="b" l="l" r="r" t="t"/>
              <a:pathLst>
                <a:path extrusionOk="0" h="1643" w="1517">
                  <a:moveTo>
                    <a:pt x="820" y="1"/>
                  </a:moveTo>
                  <a:cubicBezTo>
                    <a:pt x="745" y="1"/>
                    <a:pt x="669" y="11"/>
                    <a:pt x="594" y="32"/>
                  </a:cubicBezTo>
                  <a:cubicBezTo>
                    <a:pt x="242" y="134"/>
                    <a:pt x="0" y="455"/>
                    <a:pt x="0" y="822"/>
                  </a:cubicBezTo>
                  <a:cubicBezTo>
                    <a:pt x="0" y="1188"/>
                    <a:pt x="242" y="1511"/>
                    <a:pt x="594" y="1611"/>
                  </a:cubicBezTo>
                  <a:cubicBezTo>
                    <a:pt x="669" y="1632"/>
                    <a:pt x="745" y="1643"/>
                    <a:pt x="821" y="1643"/>
                  </a:cubicBezTo>
                  <a:cubicBezTo>
                    <a:pt x="1099" y="1643"/>
                    <a:pt x="1364" y="1501"/>
                    <a:pt x="1517" y="1257"/>
                  </a:cubicBezTo>
                  <a:cubicBezTo>
                    <a:pt x="1435" y="1126"/>
                    <a:pt x="1391" y="976"/>
                    <a:pt x="1391" y="822"/>
                  </a:cubicBezTo>
                  <a:cubicBezTo>
                    <a:pt x="1391" y="668"/>
                    <a:pt x="1435" y="517"/>
                    <a:pt x="1517" y="387"/>
                  </a:cubicBezTo>
                  <a:cubicBezTo>
                    <a:pt x="1364" y="142"/>
                    <a:pt x="1098" y="1"/>
                    <a:pt x="8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3"/>
            <p:cNvSpPr/>
            <p:nvPr/>
          </p:nvSpPr>
          <p:spPr>
            <a:xfrm>
              <a:off x="3867950" y="3366725"/>
              <a:ext cx="25200" cy="23500"/>
            </a:xfrm>
            <a:custGeom>
              <a:rect b="b" l="l" r="r" t="t"/>
              <a:pathLst>
                <a:path extrusionOk="0" h="940" w="1008">
                  <a:moveTo>
                    <a:pt x="626" y="1"/>
                  </a:moveTo>
                  <a:cubicBezTo>
                    <a:pt x="537" y="1"/>
                    <a:pt x="448" y="35"/>
                    <a:pt x="380" y="103"/>
                  </a:cubicBezTo>
                  <a:lnTo>
                    <a:pt x="136" y="347"/>
                  </a:lnTo>
                  <a:cubicBezTo>
                    <a:pt x="0" y="482"/>
                    <a:pt x="0" y="703"/>
                    <a:pt x="136" y="838"/>
                  </a:cubicBezTo>
                  <a:cubicBezTo>
                    <a:pt x="204" y="906"/>
                    <a:pt x="292" y="940"/>
                    <a:pt x="381" y="940"/>
                  </a:cubicBezTo>
                  <a:cubicBezTo>
                    <a:pt x="470" y="940"/>
                    <a:pt x="559" y="906"/>
                    <a:pt x="627" y="838"/>
                  </a:cubicBezTo>
                  <a:lnTo>
                    <a:pt x="871" y="594"/>
                  </a:lnTo>
                  <a:cubicBezTo>
                    <a:pt x="1008" y="458"/>
                    <a:pt x="1008" y="238"/>
                    <a:pt x="871" y="103"/>
                  </a:cubicBezTo>
                  <a:cubicBezTo>
                    <a:pt x="804" y="35"/>
                    <a:pt x="715" y="1"/>
                    <a:pt x="6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3" name="Google Shape;723;p63"/>
          <p:cNvGrpSpPr/>
          <p:nvPr/>
        </p:nvGrpSpPr>
        <p:grpSpPr>
          <a:xfrm>
            <a:off x="6514777" y="2297292"/>
            <a:ext cx="1163872" cy="847916"/>
            <a:chOff x="4076825" y="3183500"/>
            <a:chExt cx="599625" cy="436800"/>
          </a:xfrm>
        </p:grpSpPr>
        <p:sp>
          <p:nvSpPr>
            <p:cNvPr id="724" name="Google Shape;724;p63"/>
            <p:cNvSpPr/>
            <p:nvPr/>
          </p:nvSpPr>
          <p:spPr>
            <a:xfrm>
              <a:off x="4348775" y="3183500"/>
              <a:ext cx="257225" cy="227650"/>
            </a:xfrm>
            <a:custGeom>
              <a:rect b="b" l="l" r="r" t="t"/>
              <a:pathLst>
                <a:path extrusionOk="0" h="9106" w="10289">
                  <a:moveTo>
                    <a:pt x="9457" y="0"/>
                  </a:moveTo>
                  <a:cubicBezTo>
                    <a:pt x="9453" y="0"/>
                    <a:pt x="9448" y="1"/>
                    <a:pt x="9444" y="1"/>
                  </a:cubicBezTo>
                  <a:cubicBezTo>
                    <a:pt x="7363" y="74"/>
                    <a:pt x="1347" y="811"/>
                    <a:pt x="1347" y="811"/>
                  </a:cubicBezTo>
                  <a:cubicBezTo>
                    <a:pt x="1347" y="811"/>
                    <a:pt x="1372" y="5793"/>
                    <a:pt x="1" y="9105"/>
                  </a:cubicBezTo>
                  <a:cubicBezTo>
                    <a:pt x="280" y="9103"/>
                    <a:pt x="830" y="9092"/>
                    <a:pt x="1094" y="9073"/>
                  </a:cubicBezTo>
                  <a:cubicBezTo>
                    <a:pt x="1969" y="6668"/>
                    <a:pt x="4140" y="5084"/>
                    <a:pt x="6844" y="5084"/>
                  </a:cubicBezTo>
                  <a:cubicBezTo>
                    <a:pt x="7340" y="5084"/>
                    <a:pt x="7835" y="5143"/>
                    <a:pt x="8317" y="5259"/>
                  </a:cubicBezTo>
                  <a:cubicBezTo>
                    <a:pt x="10098" y="2810"/>
                    <a:pt x="10288" y="0"/>
                    <a:pt x="94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3"/>
            <p:cNvSpPr/>
            <p:nvPr/>
          </p:nvSpPr>
          <p:spPr>
            <a:xfrm>
              <a:off x="4348775" y="3199650"/>
              <a:ext cx="70975" cy="211525"/>
            </a:xfrm>
            <a:custGeom>
              <a:rect b="b" l="l" r="r" t="t"/>
              <a:pathLst>
                <a:path extrusionOk="0" h="8461" w="2839">
                  <a:moveTo>
                    <a:pt x="2730" y="1"/>
                  </a:moveTo>
                  <a:cubicBezTo>
                    <a:pt x="1901" y="98"/>
                    <a:pt x="1345" y="165"/>
                    <a:pt x="1345" y="165"/>
                  </a:cubicBezTo>
                  <a:cubicBezTo>
                    <a:pt x="1345" y="165"/>
                    <a:pt x="1372" y="5147"/>
                    <a:pt x="1" y="8460"/>
                  </a:cubicBezTo>
                  <a:lnTo>
                    <a:pt x="2" y="8460"/>
                  </a:lnTo>
                  <a:cubicBezTo>
                    <a:pt x="280" y="8457"/>
                    <a:pt x="830" y="8446"/>
                    <a:pt x="1095" y="8427"/>
                  </a:cubicBezTo>
                  <a:cubicBezTo>
                    <a:pt x="1376" y="7654"/>
                    <a:pt x="1792" y="6965"/>
                    <a:pt x="2317" y="6386"/>
                  </a:cubicBezTo>
                  <a:cubicBezTo>
                    <a:pt x="2453" y="5734"/>
                    <a:pt x="2558" y="5013"/>
                    <a:pt x="2633" y="4224"/>
                  </a:cubicBezTo>
                  <a:cubicBezTo>
                    <a:pt x="2839" y="2066"/>
                    <a:pt x="2738" y="169"/>
                    <a:pt x="2734" y="89"/>
                  </a:cubicBezTo>
                  <a:lnTo>
                    <a:pt x="27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3"/>
            <p:cNvSpPr/>
            <p:nvPr/>
          </p:nvSpPr>
          <p:spPr>
            <a:xfrm>
              <a:off x="4076825" y="3192550"/>
              <a:ext cx="315750" cy="309625"/>
            </a:xfrm>
            <a:custGeom>
              <a:rect b="b" l="l" r="r" t="t"/>
              <a:pathLst>
                <a:path extrusionOk="0" h="12385" w="12630">
                  <a:moveTo>
                    <a:pt x="9308" y="0"/>
                  </a:moveTo>
                  <a:cubicBezTo>
                    <a:pt x="7427" y="0"/>
                    <a:pt x="4946" y="547"/>
                    <a:pt x="2839" y="2850"/>
                  </a:cubicBezTo>
                  <a:cubicBezTo>
                    <a:pt x="1" y="5950"/>
                    <a:pt x="992" y="9722"/>
                    <a:pt x="1817" y="11668"/>
                  </a:cubicBezTo>
                  <a:cubicBezTo>
                    <a:pt x="2008" y="12119"/>
                    <a:pt x="2445" y="12384"/>
                    <a:pt x="2904" y="12384"/>
                  </a:cubicBezTo>
                  <a:cubicBezTo>
                    <a:pt x="3068" y="12384"/>
                    <a:pt x="3235" y="12350"/>
                    <a:pt x="3394" y="12279"/>
                  </a:cubicBezTo>
                  <a:cubicBezTo>
                    <a:pt x="5058" y="11533"/>
                    <a:pt x="8335" y="11166"/>
                    <a:pt x="10234" y="9695"/>
                  </a:cubicBezTo>
                  <a:cubicBezTo>
                    <a:pt x="12630" y="7838"/>
                    <a:pt x="12225" y="450"/>
                    <a:pt x="12225" y="450"/>
                  </a:cubicBezTo>
                  <a:lnTo>
                    <a:pt x="12225" y="449"/>
                  </a:lnTo>
                  <a:cubicBezTo>
                    <a:pt x="12225" y="449"/>
                    <a:pt x="11012" y="0"/>
                    <a:pt x="93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3"/>
            <p:cNvSpPr/>
            <p:nvPr/>
          </p:nvSpPr>
          <p:spPr>
            <a:xfrm>
              <a:off x="4076850" y="3192550"/>
              <a:ext cx="250225" cy="309625"/>
            </a:xfrm>
            <a:custGeom>
              <a:rect b="b" l="l" r="r" t="t"/>
              <a:pathLst>
                <a:path extrusionOk="0" h="12385" w="10009">
                  <a:moveTo>
                    <a:pt x="9308" y="1"/>
                  </a:moveTo>
                  <a:cubicBezTo>
                    <a:pt x="7427" y="1"/>
                    <a:pt x="4945" y="547"/>
                    <a:pt x="2838" y="2850"/>
                  </a:cubicBezTo>
                  <a:cubicBezTo>
                    <a:pt x="1" y="5950"/>
                    <a:pt x="992" y="9723"/>
                    <a:pt x="1817" y="11669"/>
                  </a:cubicBezTo>
                  <a:cubicBezTo>
                    <a:pt x="2008" y="12119"/>
                    <a:pt x="2444" y="12385"/>
                    <a:pt x="2903" y="12385"/>
                  </a:cubicBezTo>
                  <a:cubicBezTo>
                    <a:pt x="3067" y="12385"/>
                    <a:pt x="3233" y="12351"/>
                    <a:pt x="3393" y="12279"/>
                  </a:cubicBezTo>
                  <a:cubicBezTo>
                    <a:pt x="3468" y="12246"/>
                    <a:pt x="3548" y="12213"/>
                    <a:pt x="3629" y="12181"/>
                  </a:cubicBezTo>
                  <a:cubicBezTo>
                    <a:pt x="3442" y="12054"/>
                    <a:pt x="3295" y="11876"/>
                    <a:pt x="3208" y="11669"/>
                  </a:cubicBezTo>
                  <a:lnTo>
                    <a:pt x="3206" y="11669"/>
                  </a:lnTo>
                  <a:cubicBezTo>
                    <a:pt x="2381" y="9723"/>
                    <a:pt x="1389" y="5950"/>
                    <a:pt x="4227" y="2850"/>
                  </a:cubicBezTo>
                  <a:cubicBezTo>
                    <a:pt x="6086" y="820"/>
                    <a:pt x="8236" y="155"/>
                    <a:pt x="10009" y="26"/>
                  </a:cubicBezTo>
                  <a:cubicBezTo>
                    <a:pt x="9787" y="10"/>
                    <a:pt x="9553" y="1"/>
                    <a:pt x="93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3"/>
            <p:cNvSpPr/>
            <p:nvPr/>
          </p:nvSpPr>
          <p:spPr>
            <a:xfrm>
              <a:off x="4363300" y="3307125"/>
              <a:ext cx="313150" cy="313175"/>
            </a:xfrm>
            <a:custGeom>
              <a:rect b="b" l="l" r="r" t="t"/>
              <a:pathLst>
                <a:path extrusionOk="0" h="12527" w="12526">
                  <a:moveTo>
                    <a:pt x="6263" y="1"/>
                  </a:moveTo>
                  <a:cubicBezTo>
                    <a:pt x="2810" y="1"/>
                    <a:pt x="0" y="2810"/>
                    <a:pt x="0" y="6263"/>
                  </a:cubicBezTo>
                  <a:cubicBezTo>
                    <a:pt x="0" y="9717"/>
                    <a:pt x="2810" y="12526"/>
                    <a:pt x="6263" y="12526"/>
                  </a:cubicBezTo>
                  <a:cubicBezTo>
                    <a:pt x="9717" y="12526"/>
                    <a:pt x="12526" y="9717"/>
                    <a:pt x="12526" y="6263"/>
                  </a:cubicBezTo>
                  <a:cubicBezTo>
                    <a:pt x="12526" y="2810"/>
                    <a:pt x="9717" y="1"/>
                    <a:pt x="6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3"/>
            <p:cNvSpPr/>
            <p:nvPr/>
          </p:nvSpPr>
          <p:spPr>
            <a:xfrm>
              <a:off x="4390525" y="3334350"/>
              <a:ext cx="258700" cy="258700"/>
            </a:xfrm>
            <a:custGeom>
              <a:rect b="b" l="l" r="r" t="t"/>
              <a:pathLst>
                <a:path extrusionOk="0" h="10348" w="10348">
                  <a:moveTo>
                    <a:pt x="5174" y="1"/>
                  </a:moveTo>
                  <a:cubicBezTo>
                    <a:pt x="2322" y="1"/>
                    <a:pt x="1" y="2322"/>
                    <a:pt x="1" y="5174"/>
                  </a:cubicBezTo>
                  <a:cubicBezTo>
                    <a:pt x="1" y="8027"/>
                    <a:pt x="2322" y="10348"/>
                    <a:pt x="5174" y="10348"/>
                  </a:cubicBezTo>
                  <a:cubicBezTo>
                    <a:pt x="8026" y="10348"/>
                    <a:pt x="10348" y="8027"/>
                    <a:pt x="10348" y="5174"/>
                  </a:cubicBezTo>
                  <a:cubicBezTo>
                    <a:pt x="10348" y="2321"/>
                    <a:pt x="8026" y="1"/>
                    <a:pt x="5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3"/>
            <p:cNvSpPr/>
            <p:nvPr/>
          </p:nvSpPr>
          <p:spPr>
            <a:xfrm>
              <a:off x="4487000" y="3497500"/>
              <a:ext cx="60000" cy="57725"/>
            </a:xfrm>
            <a:custGeom>
              <a:rect b="b" l="l" r="r" t="t"/>
              <a:pathLst>
                <a:path extrusionOk="0" h="2309" w="2400">
                  <a:moveTo>
                    <a:pt x="1245" y="0"/>
                  </a:moveTo>
                  <a:cubicBezTo>
                    <a:pt x="778" y="0"/>
                    <a:pt x="358" y="282"/>
                    <a:pt x="178" y="712"/>
                  </a:cubicBezTo>
                  <a:cubicBezTo>
                    <a:pt x="0" y="1144"/>
                    <a:pt x="99" y="1640"/>
                    <a:pt x="429" y="1971"/>
                  </a:cubicBezTo>
                  <a:cubicBezTo>
                    <a:pt x="650" y="2192"/>
                    <a:pt x="945" y="2309"/>
                    <a:pt x="1246" y="2309"/>
                  </a:cubicBezTo>
                  <a:cubicBezTo>
                    <a:pt x="1395" y="2309"/>
                    <a:pt x="1545" y="2280"/>
                    <a:pt x="1688" y="2221"/>
                  </a:cubicBezTo>
                  <a:cubicBezTo>
                    <a:pt x="2118" y="2042"/>
                    <a:pt x="2399" y="1621"/>
                    <a:pt x="2399" y="1154"/>
                  </a:cubicBezTo>
                  <a:cubicBezTo>
                    <a:pt x="2399" y="517"/>
                    <a:pt x="1883" y="0"/>
                    <a:pt x="12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3"/>
            <p:cNvSpPr/>
            <p:nvPr/>
          </p:nvSpPr>
          <p:spPr>
            <a:xfrm>
              <a:off x="4489275" y="3497475"/>
              <a:ext cx="44775" cy="57750"/>
            </a:xfrm>
            <a:custGeom>
              <a:rect b="b" l="l" r="r" t="t"/>
              <a:pathLst>
                <a:path extrusionOk="0" h="2310" w="1791">
                  <a:moveTo>
                    <a:pt x="1155" y="1"/>
                  </a:moveTo>
                  <a:cubicBezTo>
                    <a:pt x="967" y="1"/>
                    <a:pt x="779" y="47"/>
                    <a:pt x="608" y="139"/>
                  </a:cubicBezTo>
                  <a:cubicBezTo>
                    <a:pt x="233" y="340"/>
                    <a:pt x="0" y="730"/>
                    <a:pt x="0" y="1155"/>
                  </a:cubicBezTo>
                  <a:cubicBezTo>
                    <a:pt x="0" y="1581"/>
                    <a:pt x="233" y="1971"/>
                    <a:pt x="608" y="2172"/>
                  </a:cubicBezTo>
                  <a:cubicBezTo>
                    <a:pt x="778" y="2264"/>
                    <a:pt x="966" y="2310"/>
                    <a:pt x="1153" y="2310"/>
                  </a:cubicBezTo>
                  <a:cubicBezTo>
                    <a:pt x="1376" y="2310"/>
                    <a:pt x="1598" y="2245"/>
                    <a:pt x="1790" y="2118"/>
                  </a:cubicBezTo>
                  <a:cubicBezTo>
                    <a:pt x="1468" y="1905"/>
                    <a:pt x="1273" y="1543"/>
                    <a:pt x="1273" y="1155"/>
                  </a:cubicBezTo>
                  <a:cubicBezTo>
                    <a:pt x="1273" y="768"/>
                    <a:pt x="1468" y="406"/>
                    <a:pt x="1790" y="192"/>
                  </a:cubicBezTo>
                  <a:cubicBezTo>
                    <a:pt x="1599" y="65"/>
                    <a:pt x="1377" y="1"/>
                    <a:pt x="1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3"/>
            <p:cNvSpPr/>
            <p:nvPr/>
          </p:nvSpPr>
          <p:spPr>
            <a:xfrm>
              <a:off x="4545700" y="3449575"/>
              <a:ext cx="34000" cy="32700"/>
            </a:xfrm>
            <a:custGeom>
              <a:rect b="b" l="l" r="r" t="t"/>
              <a:pathLst>
                <a:path extrusionOk="0" h="1308" w="1360">
                  <a:moveTo>
                    <a:pt x="705" y="0"/>
                  </a:moveTo>
                  <a:cubicBezTo>
                    <a:pt x="440" y="0"/>
                    <a:pt x="203" y="159"/>
                    <a:pt x="102" y="404"/>
                  </a:cubicBezTo>
                  <a:cubicBezTo>
                    <a:pt x="0" y="648"/>
                    <a:pt x="56" y="929"/>
                    <a:pt x="243" y="1116"/>
                  </a:cubicBezTo>
                  <a:cubicBezTo>
                    <a:pt x="368" y="1241"/>
                    <a:pt x="535" y="1307"/>
                    <a:pt x="706" y="1307"/>
                  </a:cubicBezTo>
                  <a:cubicBezTo>
                    <a:pt x="790" y="1307"/>
                    <a:pt x="874" y="1291"/>
                    <a:pt x="955" y="1258"/>
                  </a:cubicBezTo>
                  <a:cubicBezTo>
                    <a:pt x="1199" y="1156"/>
                    <a:pt x="1359" y="918"/>
                    <a:pt x="1359" y="653"/>
                  </a:cubicBezTo>
                  <a:cubicBezTo>
                    <a:pt x="1358" y="292"/>
                    <a:pt x="1066" y="0"/>
                    <a:pt x="7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3"/>
            <p:cNvSpPr/>
            <p:nvPr/>
          </p:nvSpPr>
          <p:spPr>
            <a:xfrm>
              <a:off x="4546975" y="3449575"/>
              <a:ext cx="29200" cy="32700"/>
            </a:xfrm>
            <a:custGeom>
              <a:rect b="b" l="l" r="r" t="t"/>
              <a:pathLst>
                <a:path extrusionOk="0" h="1308" w="1168">
                  <a:moveTo>
                    <a:pt x="653" y="0"/>
                  </a:moveTo>
                  <a:cubicBezTo>
                    <a:pt x="582" y="0"/>
                    <a:pt x="510" y="12"/>
                    <a:pt x="440" y="36"/>
                  </a:cubicBezTo>
                  <a:cubicBezTo>
                    <a:pt x="176" y="127"/>
                    <a:pt x="0" y="375"/>
                    <a:pt x="0" y="653"/>
                  </a:cubicBezTo>
                  <a:cubicBezTo>
                    <a:pt x="0" y="933"/>
                    <a:pt x="176" y="1180"/>
                    <a:pt x="440" y="1271"/>
                  </a:cubicBezTo>
                  <a:cubicBezTo>
                    <a:pt x="510" y="1296"/>
                    <a:pt x="582" y="1307"/>
                    <a:pt x="653" y="1307"/>
                  </a:cubicBezTo>
                  <a:cubicBezTo>
                    <a:pt x="850" y="1307"/>
                    <a:pt x="1041" y="1219"/>
                    <a:pt x="1167" y="1058"/>
                  </a:cubicBezTo>
                  <a:cubicBezTo>
                    <a:pt x="1076" y="943"/>
                    <a:pt x="1027" y="800"/>
                    <a:pt x="1027" y="653"/>
                  </a:cubicBezTo>
                  <a:cubicBezTo>
                    <a:pt x="1027" y="506"/>
                    <a:pt x="1076" y="365"/>
                    <a:pt x="1167" y="249"/>
                  </a:cubicBezTo>
                  <a:cubicBezTo>
                    <a:pt x="1041" y="89"/>
                    <a:pt x="850" y="0"/>
                    <a:pt x="6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3"/>
            <p:cNvSpPr/>
            <p:nvPr/>
          </p:nvSpPr>
          <p:spPr>
            <a:xfrm>
              <a:off x="4461700" y="3398925"/>
              <a:ext cx="68450" cy="65875"/>
            </a:xfrm>
            <a:custGeom>
              <a:rect b="b" l="l" r="r" t="t"/>
              <a:pathLst>
                <a:path extrusionOk="0" h="2635" w="2738">
                  <a:moveTo>
                    <a:pt x="1421" y="0"/>
                  </a:moveTo>
                  <a:cubicBezTo>
                    <a:pt x="888" y="0"/>
                    <a:pt x="407" y="321"/>
                    <a:pt x="204" y="813"/>
                  </a:cubicBezTo>
                  <a:cubicBezTo>
                    <a:pt x="0" y="1306"/>
                    <a:pt x="112" y="1873"/>
                    <a:pt x="489" y="2249"/>
                  </a:cubicBezTo>
                  <a:cubicBezTo>
                    <a:pt x="741" y="2501"/>
                    <a:pt x="1078" y="2635"/>
                    <a:pt x="1420" y="2635"/>
                  </a:cubicBezTo>
                  <a:cubicBezTo>
                    <a:pt x="1590" y="2635"/>
                    <a:pt x="1762" y="2602"/>
                    <a:pt x="1925" y="2534"/>
                  </a:cubicBezTo>
                  <a:cubicBezTo>
                    <a:pt x="2417" y="2331"/>
                    <a:pt x="2738" y="1850"/>
                    <a:pt x="2738" y="1317"/>
                  </a:cubicBezTo>
                  <a:cubicBezTo>
                    <a:pt x="2738" y="591"/>
                    <a:pt x="2147" y="0"/>
                    <a:pt x="14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3"/>
            <p:cNvSpPr/>
            <p:nvPr/>
          </p:nvSpPr>
          <p:spPr>
            <a:xfrm>
              <a:off x="4464250" y="3398925"/>
              <a:ext cx="48875" cy="65875"/>
            </a:xfrm>
            <a:custGeom>
              <a:rect b="b" l="l" r="r" t="t"/>
              <a:pathLst>
                <a:path extrusionOk="0" h="2635" w="1955">
                  <a:moveTo>
                    <a:pt x="1318" y="0"/>
                  </a:moveTo>
                  <a:cubicBezTo>
                    <a:pt x="1086" y="0"/>
                    <a:pt x="855" y="61"/>
                    <a:pt x="648" y="183"/>
                  </a:cubicBezTo>
                  <a:cubicBezTo>
                    <a:pt x="247" y="420"/>
                    <a:pt x="0" y="852"/>
                    <a:pt x="0" y="1317"/>
                  </a:cubicBezTo>
                  <a:cubicBezTo>
                    <a:pt x="0" y="1784"/>
                    <a:pt x="247" y="2215"/>
                    <a:pt x="648" y="2452"/>
                  </a:cubicBezTo>
                  <a:cubicBezTo>
                    <a:pt x="855" y="2574"/>
                    <a:pt x="1086" y="2635"/>
                    <a:pt x="1318" y="2635"/>
                  </a:cubicBezTo>
                  <a:cubicBezTo>
                    <a:pt x="1537" y="2635"/>
                    <a:pt x="1756" y="2580"/>
                    <a:pt x="1955" y="2470"/>
                  </a:cubicBezTo>
                  <a:cubicBezTo>
                    <a:pt x="1535" y="2239"/>
                    <a:pt x="1274" y="1797"/>
                    <a:pt x="1274" y="1317"/>
                  </a:cubicBezTo>
                  <a:cubicBezTo>
                    <a:pt x="1274" y="838"/>
                    <a:pt x="1535" y="395"/>
                    <a:pt x="1955" y="164"/>
                  </a:cubicBezTo>
                  <a:cubicBezTo>
                    <a:pt x="1756" y="55"/>
                    <a:pt x="1537" y="0"/>
                    <a:pt x="13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3"/>
            <p:cNvSpPr/>
            <p:nvPr/>
          </p:nvSpPr>
          <p:spPr>
            <a:xfrm>
              <a:off x="4434300" y="3481125"/>
              <a:ext cx="28900" cy="27825"/>
            </a:xfrm>
            <a:custGeom>
              <a:rect b="b" l="l" r="r" t="t"/>
              <a:pathLst>
                <a:path extrusionOk="0" h="1113" w="1156">
                  <a:moveTo>
                    <a:pt x="601" y="1"/>
                  </a:moveTo>
                  <a:cubicBezTo>
                    <a:pt x="376" y="1"/>
                    <a:pt x="173" y="136"/>
                    <a:pt x="87" y="344"/>
                  </a:cubicBezTo>
                  <a:cubicBezTo>
                    <a:pt x="1" y="552"/>
                    <a:pt x="48" y="791"/>
                    <a:pt x="207" y="949"/>
                  </a:cubicBezTo>
                  <a:cubicBezTo>
                    <a:pt x="313" y="1056"/>
                    <a:pt x="455" y="1112"/>
                    <a:pt x="600" y="1112"/>
                  </a:cubicBezTo>
                  <a:cubicBezTo>
                    <a:pt x="672" y="1112"/>
                    <a:pt x="744" y="1098"/>
                    <a:pt x="813" y="1070"/>
                  </a:cubicBezTo>
                  <a:cubicBezTo>
                    <a:pt x="1020" y="985"/>
                    <a:pt x="1156" y="781"/>
                    <a:pt x="1156" y="557"/>
                  </a:cubicBezTo>
                  <a:cubicBezTo>
                    <a:pt x="1156" y="250"/>
                    <a:pt x="907" y="1"/>
                    <a:pt x="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3"/>
            <p:cNvSpPr/>
            <p:nvPr/>
          </p:nvSpPr>
          <p:spPr>
            <a:xfrm>
              <a:off x="4555375" y="3384225"/>
              <a:ext cx="39075" cy="37600"/>
            </a:xfrm>
            <a:custGeom>
              <a:rect b="b" l="l" r="r" t="t"/>
              <a:pathLst>
                <a:path extrusionOk="0" h="1504" w="1563">
                  <a:moveTo>
                    <a:pt x="809" y="1"/>
                  </a:moveTo>
                  <a:cubicBezTo>
                    <a:pt x="505" y="1"/>
                    <a:pt x="232" y="184"/>
                    <a:pt x="116" y="464"/>
                  </a:cubicBezTo>
                  <a:cubicBezTo>
                    <a:pt x="0" y="745"/>
                    <a:pt x="64" y="1069"/>
                    <a:pt x="279" y="1283"/>
                  </a:cubicBezTo>
                  <a:cubicBezTo>
                    <a:pt x="423" y="1427"/>
                    <a:pt x="615" y="1503"/>
                    <a:pt x="810" y="1503"/>
                  </a:cubicBezTo>
                  <a:cubicBezTo>
                    <a:pt x="907" y="1503"/>
                    <a:pt x="1005" y="1484"/>
                    <a:pt x="1098" y="1446"/>
                  </a:cubicBezTo>
                  <a:cubicBezTo>
                    <a:pt x="1379" y="1330"/>
                    <a:pt x="1562" y="1056"/>
                    <a:pt x="1562" y="752"/>
                  </a:cubicBezTo>
                  <a:cubicBezTo>
                    <a:pt x="1562" y="337"/>
                    <a:pt x="1226" y="1"/>
                    <a:pt x="811" y="1"/>
                  </a:cubicBezTo>
                  <a:cubicBezTo>
                    <a:pt x="810" y="1"/>
                    <a:pt x="809" y="1"/>
                    <a:pt x="8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3"/>
            <p:cNvSpPr/>
            <p:nvPr/>
          </p:nvSpPr>
          <p:spPr>
            <a:xfrm>
              <a:off x="4556825" y="3384225"/>
              <a:ext cx="34750" cy="37600"/>
            </a:xfrm>
            <a:custGeom>
              <a:rect b="b" l="l" r="r" t="t"/>
              <a:pathLst>
                <a:path extrusionOk="0" h="1504" w="1390">
                  <a:moveTo>
                    <a:pt x="752" y="0"/>
                  </a:moveTo>
                  <a:cubicBezTo>
                    <a:pt x="683" y="0"/>
                    <a:pt x="613" y="10"/>
                    <a:pt x="544" y="30"/>
                  </a:cubicBezTo>
                  <a:cubicBezTo>
                    <a:pt x="222" y="121"/>
                    <a:pt x="1" y="417"/>
                    <a:pt x="1" y="752"/>
                  </a:cubicBezTo>
                  <a:cubicBezTo>
                    <a:pt x="1" y="1087"/>
                    <a:pt x="222" y="1382"/>
                    <a:pt x="544" y="1474"/>
                  </a:cubicBezTo>
                  <a:cubicBezTo>
                    <a:pt x="613" y="1494"/>
                    <a:pt x="683" y="1503"/>
                    <a:pt x="752" y="1503"/>
                  </a:cubicBezTo>
                  <a:cubicBezTo>
                    <a:pt x="1007" y="1503"/>
                    <a:pt x="1249" y="1374"/>
                    <a:pt x="1389" y="1150"/>
                  </a:cubicBezTo>
                  <a:cubicBezTo>
                    <a:pt x="1314" y="1030"/>
                    <a:pt x="1274" y="893"/>
                    <a:pt x="1274" y="752"/>
                  </a:cubicBezTo>
                  <a:cubicBezTo>
                    <a:pt x="1274" y="610"/>
                    <a:pt x="1314" y="473"/>
                    <a:pt x="1389" y="354"/>
                  </a:cubicBezTo>
                  <a:cubicBezTo>
                    <a:pt x="1249" y="130"/>
                    <a:pt x="1007" y="0"/>
                    <a:pt x="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3"/>
            <p:cNvSpPr/>
            <p:nvPr/>
          </p:nvSpPr>
          <p:spPr>
            <a:xfrm>
              <a:off x="4570225" y="3500875"/>
              <a:ext cx="23100" cy="21525"/>
            </a:xfrm>
            <a:custGeom>
              <a:rect b="b" l="l" r="r" t="t"/>
              <a:pathLst>
                <a:path extrusionOk="0" h="861" w="924">
                  <a:moveTo>
                    <a:pt x="574" y="1"/>
                  </a:moveTo>
                  <a:cubicBezTo>
                    <a:pt x="492" y="1"/>
                    <a:pt x="411" y="32"/>
                    <a:pt x="349" y="93"/>
                  </a:cubicBezTo>
                  <a:lnTo>
                    <a:pt x="125" y="317"/>
                  </a:lnTo>
                  <a:cubicBezTo>
                    <a:pt x="1" y="442"/>
                    <a:pt x="1" y="643"/>
                    <a:pt x="125" y="768"/>
                  </a:cubicBezTo>
                  <a:cubicBezTo>
                    <a:pt x="187" y="830"/>
                    <a:pt x="269" y="861"/>
                    <a:pt x="350" y="861"/>
                  </a:cubicBezTo>
                  <a:cubicBezTo>
                    <a:pt x="432" y="861"/>
                    <a:pt x="513" y="830"/>
                    <a:pt x="575" y="768"/>
                  </a:cubicBezTo>
                  <a:lnTo>
                    <a:pt x="799" y="544"/>
                  </a:lnTo>
                  <a:cubicBezTo>
                    <a:pt x="924" y="419"/>
                    <a:pt x="924" y="218"/>
                    <a:pt x="799" y="93"/>
                  </a:cubicBezTo>
                  <a:cubicBezTo>
                    <a:pt x="737" y="32"/>
                    <a:pt x="655" y="1"/>
                    <a:pt x="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4"/>
          <p:cNvPicPr preferRelativeResize="0"/>
          <p:nvPr/>
        </p:nvPicPr>
        <p:blipFill rotWithShape="1">
          <a:blip r:embed="rId3">
            <a:alphaModFix/>
          </a:blip>
          <a:srcRect b="1394" l="-24840" r="24840" t="23643"/>
          <a:stretch/>
        </p:blipFill>
        <p:spPr>
          <a:xfrm>
            <a:off x="763725" y="1716000"/>
            <a:ext cx="6495950" cy="31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4"/>
          <p:cNvSpPr/>
          <p:nvPr/>
        </p:nvSpPr>
        <p:spPr>
          <a:xfrm>
            <a:off x="3441350" y="2662013"/>
            <a:ext cx="875400" cy="547500"/>
          </a:xfrm>
          <a:prstGeom prst="rect">
            <a:avLst/>
          </a:prstGeom>
          <a:solidFill>
            <a:srgbClr val="BF8E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BF8EC0"/>
              </a:highlight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46" name="Google Shape;746;p64"/>
          <p:cNvSpPr/>
          <p:nvPr/>
        </p:nvSpPr>
        <p:spPr>
          <a:xfrm>
            <a:off x="3441350" y="3430188"/>
            <a:ext cx="875400" cy="547500"/>
          </a:xfrm>
          <a:prstGeom prst="rect">
            <a:avLst/>
          </a:prstGeom>
          <a:solidFill>
            <a:srgbClr val="BF8E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BF8EC0"/>
              </a:highlight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47" name="Google Shape;747;p64"/>
          <p:cNvSpPr/>
          <p:nvPr/>
        </p:nvSpPr>
        <p:spPr>
          <a:xfrm>
            <a:off x="3441350" y="4261325"/>
            <a:ext cx="875400" cy="547500"/>
          </a:xfrm>
          <a:prstGeom prst="rect">
            <a:avLst/>
          </a:prstGeom>
          <a:solidFill>
            <a:srgbClr val="BF8E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BF8EC0"/>
              </a:highlight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48" name="Google Shape;748;p64"/>
          <p:cNvSpPr/>
          <p:nvPr/>
        </p:nvSpPr>
        <p:spPr>
          <a:xfrm>
            <a:off x="3367550" y="1866550"/>
            <a:ext cx="968400" cy="574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BF8EC0"/>
              </a:highlight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49" name="Google Shape;749;p64"/>
          <p:cNvSpPr/>
          <p:nvPr/>
        </p:nvSpPr>
        <p:spPr>
          <a:xfrm>
            <a:off x="2174700" y="2662025"/>
            <a:ext cx="952500" cy="547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BF8EC0"/>
              </a:highlight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50" name="Google Shape;750;p64"/>
          <p:cNvSpPr/>
          <p:nvPr/>
        </p:nvSpPr>
        <p:spPr>
          <a:xfrm>
            <a:off x="2251800" y="3430188"/>
            <a:ext cx="875400" cy="547500"/>
          </a:xfrm>
          <a:prstGeom prst="rect">
            <a:avLst/>
          </a:prstGeom>
          <a:solidFill>
            <a:srgbClr val="BF8E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BF8EC0"/>
              </a:highlight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51" name="Google Shape;751;p64"/>
          <p:cNvSpPr/>
          <p:nvPr/>
        </p:nvSpPr>
        <p:spPr>
          <a:xfrm>
            <a:off x="2251800" y="4261325"/>
            <a:ext cx="875400" cy="547500"/>
          </a:xfrm>
          <a:prstGeom prst="rect">
            <a:avLst/>
          </a:prstGeom>
          <a:solidFill>
            <a:srgbClr val="BF8E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BF8EC0"/>
              </a:highlight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52" name="Google Shape;752;p64"/>
          <p:cNvSpPr txBox="1"/>
          <p:nvPr/>
        </p:nvSpPr>
        <p:spPr>
          <a:xfrm>
            <a:off x="3575750" y="1975138"/>
            <a:ext cx="7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Benign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4"/>
          <p:cNvSpPr txBox="1"/>
          <p:nvPr/>
        </p:nvSpPr>
        <p:spPr>
          <a:xfrm>
            <a:off x="2319150" y="2707750"/>
            <a:ext cx="740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Low-Risk Cytology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4"/>
          <p:cNvSpPr txBox="1"/>
          <p:nvPr/>
        </p:nvSpPr>
        <p:spPr>
          <a:xfrm>
            <a:off x="2190600" y="3384075"/>
            <a:ext cx="952500" cy="6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Medium-Risk Cytology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4"/>
          <p:cNvSpPr txBox="1"/>
          <p:nvPr/>
        </p:nvSpPr>
        <p:spPr>
          <a:xfrm>
            <a:off x="2174700" y="4244025"/>
            <a:ext cx="968400" cy="57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High-Risk Cytology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4"/>
          <p:cNvSpPr txBox="1"/>
          <p:nvPr/>
        </p:nvSpPr>
        <p:spPr>
          <a:xfrm>
            <a:off x="3402800" y="2648363"/>
            <a:ext cx="952500" cy="57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Needle Biopsy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4"/>
          <p:cNvSpPr txBox="1"/>
          <p:nvPr/>
        </p:nvSpPr>
        <p:spPr>
          <a:xfrm>
            <a:off x="3422100" y="3423675"/>
            <a:ext cx="952500" cy="57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Needle Biopsy</a:t>
            </a:r>
            <a:endParaRPr sz="1800">
              <a:solidFill>
                <a:schemeClr val="accen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758" name="Google Shape;758;p64"/>
          <p:cNvCxnSpPr>
            <a:stCxn id="749" idx="3"/>
            <a:endCxn id="756" idx="1"/>
          </p:cNvCxnSpPr>
          <p:nvPr/>
        </p:nvCxnSpPr>
        <p:spPr>
          <a:xfrm>
            <a:off x="3127200" y="2935775"/>
            <a:ext cx="27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9" name="Google Shape;759;p64"/>
          <p:cNvSpPr txBox="1"/>
          <p:nvPr/>
        </p:nvSpPr>
        <p:spPr>
          <a:xfrm>
            <a:off x="3422100" y="4226275"/>
            <a:ext cx="952500" cy="6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Needle Biopsy</a:t>
            </a:r>
            <a:endParaRPr sz="1800">
              <a:solidFill>
                <a:schemeClr val="accen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760" name="Google Shape;760;p64"/>
          <p:cNvCxnSpPr>
            <a:stCxn id="755" idx="3"/>
            <a:endCxn id="759" idx="1"/>
          </p:cNvCxnSpPr>
          <p:nvPr/>
        </p:nvCxnSpPr>
        <p:spPr>
          <a:xfrm>
            <a:off x="3143100" y="4531425"/>
            <a:ext cx="2790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1" name="Google Shape;761;p64"/>
          <p:cNvSpPr/>
          <p:nvPr/>
        </p:nvSpPr>
        <p:spPr>
          <a:xfrm>
            <a:off x="5663825" y="3306638"/>
            <a:ext cx="1068000" cy="76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62" name="Google Shape;762;p64"/>
          <p:cNvSpPr/>
          <p:nvPr/>
        </p:nvSpPr>
        <p:spPr>
          <a:xfrm>
            <a:off x="6779900" y="4206650"/>
            <a:ext cx="1125600" cy="65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763" name="Google Shape;763;p64"/>
          <p:cNvPicPr preferRelativeResize="0"/>
          <p:nvPr/>
        </p:nvPicPr>
        <p:blipFill rotWithShape="1">
          <a:blip r:embed="rId3">
            <a:alphaModFix/>
          </a:blip>
          <a:srcRect b="84326" l="0" r="0" t="0"/>
          <a:stretch/>
        </p:blipFill>
        <p:spPr>
          <a:xfrm>
            <a:off x="1135975" y="771025"/>
            <a:ext cx="6872032" cy="68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4" name="Google Shape;764;p64"/>
          <p:cNvGrpSpPr/>
          <p:nvPr/>
        </p:nvGrpSpPr>
        <p:grpSpPr>
          <a:xfrm flipH="1" rot="10800000">
            <a:off x="-403170" y="2073060"/>
            <a:ext cx="3605445" cy="1456240"/>
            <a:chOff x="3228836" y="3756427"/>
            <a:chExt cx="2137447" cy="863315"/>
          </a:xfrm>
        </p:grpSpPr>
        <p:sp>
          <p:nvSpPr>
            <p:cNvPr id="765" name="Google Shape;765;p64"/>
            <p:cNvSpPr/>
            <p:nvPr/>
          </p:nvSpPr>
          <p:spPr>
            <a:xfrm rot="10800000">
              <a:off x="4008999" y="4462815"/>
              <a:ext cx="1357284" cy="156927"/>
            </a:xfrm>
            <a:custGeom>
              <a:rect b="b" l="l" r="r" t="t"/>
              <a:pathLst>
                <a:path extrusionOk="0" h="4475" w="19396">
                  <a:moveTo>
                    <a:pt x="2907" y="1"/>
                  </a:moveTo>
                  <a:cubicBezTo>
                    <a:pt x="1039" y="1"/>
                    <a:pt x="1" y="2236"/>
                    <a:pt x="1263" y="3614"/>
                  </a:cubicBezTo>
                  <a:cubicBezTo>
                    <a:pt x="1292" y="3643"/>
                    <a:pt x="1321" y="3672"/>
                    <a:pt x="1350" y="3708"/>
                  </a:cubicBezTo>
                  <a:cubicBezTo>
                    <a:pt x="1856" y="4214"/>
                    <a:pt x="2526" y="4474"/>
                    <a:pt x="3201" y="4474"/>
                  </a:cubicBezTo>
                  <a:cubicBezTo>
                    <a:pt x="3737" y="4474"/>
                    <a:pt x="4276" y="4310"/>
                    <a:pt x="4739" y="3975"/>
                  </a:cubicBezTo>
                  <a:lnTo>
                    <a:pt x="14325" y="3975"/>
                  </a:lnTo>
                  <a:cubicBezTo>
                    <a:pt x="15399" y="3975"/>
                    <a:pt x="16424" y="3549"/>
                    <a:pt x="17188" y="2792"/>
                  </a:cubicBezTo>
                  <a:lnTo>
                    <a:pt x="19056" y="917"/>
                  </a:lnTo>
                  <a:cubicBezTo>
                    <a:pt x="19395" y="585"/>
                    <a:pt x="19157" y="8"/>
                    <a:pt x="18681" y="8"/>
                  </a:cubicBezTo>
                  <a:lnTo>
                    <a:pt x="29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chemeClr val="accent6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Lato"/>
                  <a:ea typeface="Lato"/>
                  <a:cs typeface="Lato"/>
                  <a:sym typeface="Lato"/>
                </a:rPr>
                <a:t>Proposed changes</a:t>
              </a:r>
              <a:endParaRPr b="1" sz="12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66" name="Google Shape;766;p64"/>
            <p:cNvSpPr/>
            <p:nvPr/>
          </p:nvSpPr>
          <p:spPr>
            <a:xfrm>
              <a:off x="3228836" y="3756427"/>
              <a:ext cx="83875" cy="75800"/>
            </a:xfrm>
            <a:custGeom>
              <a:rect b="b" l="l" r="r" t="t"/>
              <a:pathLst>
                <a:path extrusionOk="0" h="3032" w="3355">
                  <a:moveTo>
                    <a:pt x="1681" y="1"/>
                  </a:moveTo>
                  <a:cubicBezTo>
                    <a:pt x="1553" y="1"/>
                    <a:pt x="1422" y="17"/>
                    <a:pt x="1292" y="52"/>
                  </a:cubicBezTo>
                  <a:cubicBezTo>
                    <a:pt x="484" y="261"/>
                    <a:pt x="0" y="1091"/>
                    <a:pt x="210" y="1898"/>
                  </a:cubicBezTo>
                  <a:cubicBezTo>
                    <a:pt x="385" y="2577"/>
                    <a:pt x="999" y="3032"/>
                    <a:pt x="1669" y="3032"/>
                  </a:cubicBezTo>
                  <a:cubicBezTo>
                    <a:pt x="1797" y="3032"/>
                    <a:pt x="1927" y="3015"/>
                    <a:pt x="2056" y="2980"/>
                  </a:cubicBezTo>
                  <a:cubicBezTo>
                    <a:pt x="2871" y="2771"/>
                    <a:pt x="3354" y="1942"/>
                    <a:pt x="3145" y="1134"/>
                  </a:cubicBezTo>
                  <a:cubicBezTo>
                    <a:pt x="2963" y="456"/>
                    <a:pt x="2354" y="1"/>
                    <a:pt x="168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67" name="Google Shape;767;p64"/>
          <p:cNvCxnSpPr/>
          <p:nvPr/>
        </p:nvCxnSpPr>
        <p:spPr>
          <a:xfrm>
            <a:off x="3136800" y="3711075"/>
            <a:ext cx="27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8" name="Google Shape;768;p64"/>
          <p:cNvSpPr/>
          <p:nvPr/>
        </p:nvSpPr>
        <p:spPr>
          <a:xfrm>
            <a:off x="4141375" y="4043050"/>
            <a:ext cx="275700" cy="1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69" name="Google Shape;769;p64"/>
          <p:cNvSpPr txBox="1"/>
          <p:nvPr>
            <p:ph idx="4" type="title"/>
          </p:nvPr>
        </p:nvSpPr>
        <p:spPr>
          <a:xfrm>
            <a:off x="911125" y="847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Stratification of Suspected Cancer</a:t>
            </a:r>
            <a:endParaRPr/>
          </a:p>
        </p:txBody>
      </p:sp>
      <p:sp>
        <p:nvSpPr>
          <p:cNvPr id="770" name="Google Shape;770;p64"/>
          <p:cNvSpPr txBox="1"/>
          <p:nvPr/>
        </p:nvSpPr>
        <p:spPr>
          <a:xfrm>
            <a:off x="6960000" y="4420200"/>
            <a:ext cx="2184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BC Cancer. (2024, August). Breast Cancer Clinical Care Pathway. </a:t>
            </a:r>
            <a:r>
              <a:rPr lang="en" sz="700" u="sng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https://www.bccancer.bc.ca/health-professionals/clinical-resources/clinical-care-pathways/tumour-specific-pathways</a:t>
            </a:r>
            <a:r>
              <a:rPr lang="en" sz="700">
                <a:solidFill>
                  <a:schemeClr val="accent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700">
              <a:solidFill>
                <a:schemeClr val="accen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5"/>
          <p:cNvSpPr txBox="1"/>
          <p:nvPr>
            <p:ph idx="4" type="title"/>
          </p:nvPr>
        </p:nvSpPr>
        <p:spPr>
          <a:xfrm>
            <a:off x="1203900" y="433350"/>
            <a:ext cx="67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 in Overtreatment	</a:t>
            </a:r>
            <a:endParaRPr/>
          </a:p>
        </p:txBody>
      </p:sp>
      <p:sp>
        <p:nvSpPr>
          <p:cNvPr id="776" name="Google Shape;776;p65"/>
          <p:cNvSpPr txBox="1"/>
          <p:nvPr>
            <p:ph type="ctrTitle"/>
          </p:nvPr>
        </p:nvSpPr>
        <p:spPr>
          <a:xfrm>
            <a:off x="5295201" y="1543660"/>
            <a:ext cx="1834500" cy="575100"/>
          </a:xfrm>
          <a:prstGeom prst="rect">
            <a:avLst/>
          </a:prstGeom>
        </p:spPr>
        <p:txBody>
          <a:bodyPr anchorCtr="0" anchor="t" bIns="91825" lIns="91825" spcFirstLastPara="1" rIns="91825" wrap="square" tIns="91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4"/>
              <a:buNone/>
            </a:pPr>
            <a:r>
              <a:rPr lang="en" sz="1606"/>
              <a:t>Decreased costs to healthcare system</a:t>
            </a:r>
            <a:endParaRPr sz="1606"/>
          </a:p>
        </p:txBody>
      </p:sp>
      <p:sp>
        <p:nvSpPr>
          <p:cNvPr id="777" name="Google Shape;777;p65"/>
          <p:cNvSpPr txBox="1"/>
          <p:nvPr>
            <p:ph idx="2" type="ctrTitle"/>
          </p:nvPr>
        </p:nvSpPr>
        <p:spPr>
          <a:xfrm>
            <a:off x="1641025" y="1543638"/>
            <a:ext cx="1960200" cy="918300"/>
          </a:xfrm>
          <a:prstGeom prst="rect">
            <a:avLst/>
          </a:prstGeom>
        </p:spPr>
        <p:txBody>
          <a:bodyPr anchorCtr="0" anchor="t" bIns="91825" lIns="91825" spcFirstLastPara="1" rIns="91825" wrap="square" tIns="918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6"/>
              <a:t>Increased positive predictive value</a:t>
            </a:r>
            <a:endParaRPr sz="1606"/>
          </a:p>
        </p:txBody>
      </p:sp>
      <p:grpSp>
        <p:nvGrpSpPr>
          <p:cNvPr id="778" name="Google Shape;778;p65"/>
          <p:cNvGrpSpPr/>
          <p:nvPr/>
        </p:nvGrpSpPr>
        <p:grpSpPr>
          <a:xfrm>
            <a:off x="1007165" y="2999514"/>
            <a:ext cx="751839" cy="914428"/>
            <a:chOff x="3510500" y="3118900"/>
            <a:chExt cx="473450" cy="575800"/>
          </a:xfrm>
        </p:grpSpPr>
        <p:sp>
          <p:nvSpPr>
            <p:cNvPr id="779" name="Google Shape;779;p65"/>
            <p:cNvSpPr/>
            <p:nvPr/>
          </p:nvSpPr>
          <p:spPr>
            <a:xfrm>
              <a:off x="3510500" y="3118900"/>
              <a:ext cx="270700" cy="575800"/>
            </a:xfrm>
            <a:custGeom>
              <a:rect b="b" l="l" r="r" t="t"/>
              <a:pathLst>
                <a:path extrusionOk="0" h="23032" w="10828">
                  <a:moveTo>
                    <a:pt x="7937" y="0"/>
                  </a:moveTo>
                  <a:cubicBezTo>
                    <a:pt x="7046" y="0"/>
                    <a:pt x="6208" y="423"/>
                    <a:pt x="5677" y="1141"/>
                  </a:cubicBezTo>
                  <a:cubicBezTo>
                    <a:pt x="5613" y="1227"/>
                    <a:pt x="5516" y="1270"/>
                    <a:pt x="5419" y="1270"/>
                  </a:cubicBezTo>
                  <a:cubicBezTo>
                    <a:pt x="5319" y="1270"/>
                    <a:pt x="5219" y="1225"/>
                    <a:pt x="5152" y="1136"/>
                  </a:cubicBezTo>
                  <a:cubicBezTo>
                    <a:pt x="4621" y="421"/>
                    <a:pt x="3784" y="1"/>
                    <a:pt x="2897" y="1"/>
                  </a:cubicBezTo>
                  <a:cubicBezTo>
                    <a:pt x="2865" y="1"/>
                    <a:pt x="2834" y="1"/>
                    <a:pt x="2803" y="2"/>
                  </a:cubicBezTo>
                  <a:cubicBezTo>
                    <a:pt x="1341" y="47"/>
                    <a:pt x="144" y="1226"/>
                    <a:pt x="76" y="2686"/>
                  </a:cubicBezTo>
                  <a:cubicBezTo>
                    <a:pt x="1" y="4339"/>
                    <a:pt x="1333" y="5639"/>
                    <a:pt x="2885" y="5639"/>
                  </a:cubicBezTo>
                  <a:cubicBezTo>
                    <a:pt x="3122" y="5639"/>
                    <a:pt x="3364" y="5609"/>
                    <a:pt x="3606" y="5545"/>
                  </a:cubicBezTo>
                  <a:cubicBezTo>
                    <a:pt x="3634" y="5538"/>
                    <a:pt x="3662" y="5534"/>
                    <a:pt x="3690" y="5534"/>
                  </a:cubicBezTo>
                  <a:cubicBezTo>
                    <a:pt x="3865" y="5534"/>
                    <a:pt x="4018" y="5677"/>
                    <a:pt x="4019" y="5862"/>
                  </a:cubicBezTo>
                  <a:lnTo>
                    <a:pt x="4019" y="17170"/>
                  </a:lnTo>
                  <a:cubicBezTo>
                    <a:pt x="4018" y="17356"/>
                    <a:pt x="3866" y="17498"/>
                    <a:pt x="3691" y="17498"/>
                  </a:cubicBezTo>
                  <a:cubicBezTo>
                    <a:pt x="3663" y="17498"/>
                    <a:pt x="3635" y="17494"/>
                    <a:pt x="3606" y="17487"/>
                  </a:cubicBezTo>
                  <a:cubicBezTo>
                    <a:pt x="3364" y="17423"/>
                    <a:pt x="3124" y="17393"/>
                    <a:pt x="2888" y="17393"/>
                  </a:cubicBezTo>
                  <a:cubicBezTo>
                    <a:pt x="1415" y="17393"/>
                    <a:pt x="143" y="18569"/>
                    <a:pt x="76" y="20086"/>
                  </a:cubicBezTo>
                  <a:cubicBezTo>
                    <a:pt x="5" y="21701"/>
                    <a:pt x="1292" y="23032"/>
                    <a:pt x="2892" y="23032"/>
                  </a:cubicBezTo>
                  <a:cubicBezTo>
                    <a:pt x="2893" y="23032"/>
                    <a:pt x="2894" y="23032"/>
                    <a:pt x="2895" y="23032"/>
                  </a:cubicBezTo>
                  <a:cubicBezTo>
                    <a:pt x="3786" y="23032"/>
                    <a:pt x="4625" y="22609"/>
                    <a:pt x="5156" y="21892"/>
                  </a:cubicBezTo>
                  <a:cubicBezTo>
                    <a:pt x="5221" y="21805"/>
                    <a:pt x="5318" y="21761"/>
                    <a:pt x="5416" y="21761"/>
                  </a:cubicBezTo>
                  <a:cubicBezTo>
                    <a:pt x="5514" y="21761"/>
                    <a:pt x="5612" y="21805"/>
                    <a:pt x="5677" y="21892"/>
                  </a:cubicBezTo>
                  <a:cubicBezTo>
                    <a:pt x="6207" y="22609"/>
                    <a:pt x="7045" y="23032"/>
                    <a:pt x="7937" y="23032"/>
                  </a:cubicBezTo>
                  <a:cubicBezTo>
                    <a:pt x="7938" y="23032"/>
                    <a:pt x="7939" y="23032"/>
                    <a:pt x="7940" y="23032"/>
                  </a:cubicBezTo>
                  <a:cubicBezTo>
                    <a:pt x="9539" y="23032"/>
                    <a:pt x="10827" y="21701"/>
                    <a:pt x="10756" y="20086"/>
                  </a:cubicBezTo>
                  <a:cubicBezTo>
                    <a:pt x="10689" y="18570"/>
                    <a:pt x="9417" y="17393"/>
                    <a:pt x="7943" y="17393"/>
                  </a:cubicBezTo>
                  <a:cubicBezTo>
                    <a:pt x="7708" y="17393"/>
                    <a:pt x="7467" y="17423"/>
                    <a:pt x="7225" y="17487"/>
                  </a:cubicBezTo>
                  <a:lnTo>
                    <a:pt x="7226" y="17487"/>
                  </a:lnTo>
                  <a:cubicBezTo>
                    <a:pt x="7198" y="17494"/>
                    <a:pt x="7169" y="17498"/>
                    <a:pt x="7141" y="17498"/>
                  </a:cubicBezTo>
                  <a:cubicBezTo>
                    <a:pt x="6966" y="17498"/>
                    <a:pt x="6814" y="17356"/>
                    <a:pt x="6814" y="17170"/>
                  </a:cubicBezTo>
                  <a:lnTo>
                    <a:pt x="6814" y="12501"/>
                  </a:lnTo>
                  <a:cubicBezTo>
                    <a:pt x="5838" y="11318"/>
                    <a:pt x="5342" y="9940"/>
                    <a:pt x="5342" y="8290"/>
                  </a:cubicBezTo>
                  <a:cubicBezTo>
                    <a:pt x="5342" y="5065"/>
                    <a:pt x="7491" y="2446"/>
                    <a:pt x="10497" y="1724"/>
                  </a:cubicBezTo>
                  <a:cubicBezTo>
                    <a:pt x="10048" y="761"/>
                    <a:pt x="9073" y="0"/>
                    <a:pt x="7940" y="0"/>
                  </a:cubicBezTo>
                  <a:cubicBezTo>
                    <a:pt x="7939" y="0"/>
                    <a:pt x="7938" y="0"/>
                    <a:pt x="7937" y="0"/>
                  </a:cubicBezTo>
                  <a:close/>
                </a:path>
              </a:pathLst>
            </a:custGeom>
            <a:solidFill>
              <a:srgbClr val="EFCA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5"/>
            <p:cNvSpPr/>
            <p:nvPr/>
          </p:nvSpPr>
          <p:spPr>
            <a:xfrm>
              <a:off x="3608075" y="3257250"/>
              <a:ext cx="37675" cy="299075"/>
            </a:xfrm>
            <a:custGeom>
              <a:rect b="b" l="l" r="r" t="t"/>
              <a:pathLst>
                <a:path extrusionOk="0" h="11963" w="1507">
                  <a:moveTo>
                    <a:pt x="1180" y="0"/>
                  </a:moveTo>
                  <a:cubicBezTo>
                    <a:pt x="1152" y="0"/>
                    <a:pt x="1124" y="4"/>
                    <a:pt x="1095" y="11"/>
                  </a:cubicBezTo>
                  <a:cubicBezTo>
                    <a:pt x="860" y="74"/>
                    <a:pt x="617" y="105"/>
                    <a:pt x="375" y="105"/>
                  </a:cubicBezTo>
                  <a:cubicBezTo>
                    <a:pt x="251" y="105"/>
                    <a:pt x="126" y="97"/>
                    <a:pt x="3" y="81"/>
                  </a:cubicBezTo>
                  <a:lnTo>
                    <a:pt x="3" y="81"/>
                  </a:lnTo>
                  <a:cubicBezTo>
                    <a:pt x="75" y="142"/>
                    <a:pt x="117" y="233"/>
                    <a:pt x="117" y="328"/>
                  </a:cubicBezTo>
                  <a:lnTo>
                    <a:pt x="117" y="11636"/>
                  </a:lnTo>
                  <a:cubicBezTo>
                    <a:pt x="117" y="11732"/>
                    <a:pt x="74" y="11824"/>
                    <a:pt x="0" y="11886"/>
                  </a:cubicBezTo>
                  <a:cubicBezTo>
                    <a:pt x="127" y="11868"/>
                    <a:pt x="255" y="11860"/>
                    <a:pt x="382" y="11860"/>
                  </a:cubicBezTo>
                  <a:cubicBezTo>
                    <a:pt x="622" y="11860"/>
                    <a:pt x="862" y="11890"/>
                    <a:pt x="1095" y="11952"/>
                  </a:cubicBezTo>
                  <a:cubicBezTo>
                    <a:pt x="1124" y="11959"/>
                    <a:pt x="1152" y="11963"/>
                    <a:pt x="1180" y="11963"/>
                  </a:cubicBezTo>
                  <a:cubicBezTo>
                    <a:pt x="1355" y="11963"/>
                    <a:pt x="1506" y="11821"/>
                    <a:pt x="1506" y="11636"/>
                  </a:cubicBezTo>
                  <a:lnTo>
                    <a:pt x="1506" y="3771"/>
                  </a:lnTo>
                  <a:cubicBezTo>
                    <a:pt x="1462" y="3434"/>
                    <a:pt x="1439" y="3094"/>
                    <a:pt x="1440" y="2756"/>
                  </a:cubicBezTo>
                  <a:cubicBezTo>
                    <a:pt x="1440" y="2429"/>
                    <a:pt x="1463" y="2104"/>
                    <a:pt x="1506" y="1781"/>
                  </a:cubicBezTo>
                  <a:lnTo>
                    <a:pt x="1506" y="328"/>
                  </a:lnTo>
                  <a:cubicBezTo>
                    <a:pt x="1506" y="142"/>
                    <a:pt x="1355" y="0"/>
                    <a:pt x="1180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5"/>
            <p:cNvSpPr/>
            <p:nvPr/>
          </p:nvSpPr>
          <p:spPr>
            <a:xfrm>
              <a:off x="3510525" y="3118925"/>
              <a:ext cx="89750" cy="140975"/>
            </a:xfrm>
            <a:custGeom>
              <a:rect b="b" l="l" r="r" t="t"/>
              <a:pathLst>
                <a:path extrusionOk="0" h="5639" w="3590">
                  <a:moveTo>
                    <a:pt x="2893" y="0"/>
                  </a:moveTo>
                  <a:cubicBezTo>
                    <a:pt x="2862" y="0"/>
                    <a:pt x="2832" y="1"/>
                    <a:pt x="2802" y="1"/>
                  </a:cubicBezTo>
                  <a:cubicBezTo>
                    <a:pt x="1340" y="46"/>
                    <a:pt x="144" y="1225"/>
                    <a:pt x="75" y="2685"/>
                  </a:cubicBezTo>
                  <a:cubicBezTo>
                    <a:pt x="0" y="4337"/>
                    <a:pt x="1331" y="5638"/>
                    <a:pt x="2885" y="5638"/>
                  </a:cubicBezTo>
                  <a:cubicBezTo>
                    <a:pt x="3114" y="5638"/>
                    <a:pt x="3348" y="5610"/>
                    <a:pt x="3583" y="5551"/>
                  </a:cubicBezTo>
                  <a:cubicBezTo>
                    <a:pt x="2348" y="5232"/>
                    <a:pt x="1401" y="4085"/>
                    <a:pt x="1466" y="2685"/>
                  </a:cubicBezTo>
                  <a:cubicBezTo>
                    <a:pt x="1524" y="1432"/>
                    <a:pt x="2415" y="386"/>
                    <a:pt x="3589" y="87"/>
                  </a:cubicBezTo>
                  <a:cubicBezTo>
                    <a:pt x="3362" y="29"/>
                    <a:pt x="3128" y="0"/>
                    <a:pt x="2893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3510650" y="3553725"/>
              <a:ext cx="89550" cy="140975"/>
            </a:xfrm>
            <a:custGeom>
              <a:rect b="b" l="l" r="r" t="t"/>
              <a:pathLst>
                <a:path extrusionOk="0" h="5639" w="3582">
                  <a:moveTo>
                    <a:pt x="2885" y="0"/>
                  </a:moveTo>
                  <a:cubicBezTo>
                    <a:pt x="1410" y="0"/>
                    <a:pt x="137" y="1175"/>
                    <a:pt x="70" y="2693"/>
                  </a:cubicBezTo>
                  <a:cubicBezTo>
                    <a:pt x="0" y="4308"/>
                    <a:pt x="1287" y="5639"/>
                    <a:pt x="2886" y="5639"/>
                  </a:cubicBezTo>
                  <a:cubicBezTo>
                    <a:pt x="3121" y="5639"/>
                    <a:pt x="3354" y="5610"/>
                    <a:pt x="3581" y="5551"/>
                  </a:cubicBezTo>
                  <a:cubicBezTo>
                    <a:pt x="2322" y="5232"/>
                    <a:pt x="1400" y="4066"/>
                    <a:pt x="1461" y="2693"/>
                  </a:cubicBezTo>
                  <a:cubicBezTo>
                    <a:pt x="1517" y="1421"/>
                    <a:pt x="2421" y="389"/>
                    <a:pt x="3582" y="88"/>
                  </a:cubicBezTo>
                  <a:cubicBezTo>
                    <a:pt x="3347" y="29"/>
                    <a:pt x="3114" y="0"/>
                    <a:pt x="2885" y="0"/>
                  </a:cubicBezTo>
                  <a:close/>
                </a:path>
              </a:pathLst>
            </a:custGeom>
            <a:solidFill>
              <a:srgbClr val="F2BF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3641975" y="3155150"/>
              <a:ext cx="341975" cy="342000"/>
            </a:xfrm>
            <a:custGeom>
              <a:rect b="b" l="l" r="r" t="t"/>
              <a:pathLst>
                <a:path extrusionOk="0" h="13680" w="13679">
                  <a:moveTo>
                    <a:pt x="6839" y="1"/>
                  </a:moveTo>
                  <a:cubicBezTo>
                    <a:pt x="3068" y="1"/>
                    <a:pt x="0" y="3069"/>
                    <a:pt x="0" y="6840"/>
                  </a:cubicBezTo>
                  <a:cubicBezTo>
                    <a:pt x="0" y="10611"/>
                    <a:pt x="3068" y="13679"/>
                    <a:pt x="6839" y="13679"/>
                  </a:cubicBezTo>
                  <a:cubicBezTo>
                    <a:pt x="10610" y="13679"/>
                    <a:pt x="13679" y="10611"/>
                    <a:pt x="13679" y="6840"/>
                  </a:cubicBezTo>
                  <a:cubicBezTo>
                    <a:pt x="13679" y="3069"/>
                    <a:pt x="10609" y="1"/>
                    <a:pt x="68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3671700" y="3184900"/>
              <a:ext cx="282500" cy="282500"/>
            </a:xfrm>
            <a:custGeom>
              <a:rect b="b" l="l" r="r" t="t"/>
              <a:pathLst>
                <a:path extrusionOk="0" h="11300" w="11300">
                  <a:moveTo>
                    <a:pt x="5650" y="0"/>
                  </a:moveTo>
                  <a:cubicBezTo>
                    <a:pt x="2535" y="0"/>
                    <a:pt x="0" y="2534"/>
                    <a:pt x="0" y="5650"/>
                  </a:cubicBezTo>
                  <a:cubicBezTo>
                    <a:pt x="0" y="8765"/>
                    <a:pt x="2535" y="11300"/>
                    <a:pt x="5650" y="11300"/>
                  </a:cubicBezTo>
                  <a:cubicBezTo>
                    <a:pt x="8765" y="11300"/>
                    <a:pt x="11299" y="8766"/>
                    <a:pt x="11299" y="5650"/>
                  </a:cubicBezTo>
                  <a:cubicBezTo>
                    <a:pt x="11299" y="2534"/>
                    <a:pt x="8765" y="0"/>
                    <a:pt x="56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3777050" y="3363025"/>
              <a:ext cx="65525" cy="63075"/>
            </a:xfrm>
            <a:custGeom>
              <a:rect b="b" l="l" r="r" t="t"/>
              <a:pathLst>
                <a:path extrusionOk="0" h="2523" w="2621">
                  <a:moveTo>
                    <a:pt x="1360" y="1"/>
                  </a:moveTo>
                  <a:cubicBezTo>
                    <a:pt x="850" y="1"/>
                    <a:pt x="390" y="308"/>
                    <a:pt x="195" y="779"/>
                  </a:cubicBezTo>
                  <a:cubicBezTo>
                    <a:pt x="0" y="1250"/>
                    <a:pt x="108" y="1792"/>
                    <a:pt x="468" y="2153"/>
                  </a:cubicBezTo>
                  <a:cubicBezTo>
                    <a:pt x="709" y="2394"/>
                    <a:pt x="1031" y="2522"/>
                    <a:pt x="1359" y="2522"/>
                  </a:cubicBezTo>
                  <a:cubicBezTo>
                    <a:pt x="1522" y="2522"/>
                    <a:pt x="1686" y="2491"/>
                    <a:pt x="1842" y="2426"/>
                  </a:cubicBezTo>
                  <a:cubicBezTo>
                    <a:pt x="2313" y="2231"/>
                    <a:pt x="2621" y="1772"/>
                    <a:pt x="2621" y="1261"/>
                  </a:cubicBezTo>
                  <a:cubicBezTo>
                    <a:pt x="2621" y="565"/>
                    <a:pt x="2056" y="1"/>
                    <a:pt x="13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3779500" y="3363025"/>
              <a:ext cx="48925" cy="63075"/>
            </a:xfrm>
            <a:custGeom>
              <a:rect b="b" l="l" r="r" t="t"/>
              <a:pathLst>
                <a:path extrusionOk="0" h="2523" w="1957">
                  <a:moveTo>
                    <a:pt x="1262" y="1"/>
                  </a:moveTo>
                  <a:cubicBezTo>
                    <a:pt x="1057" y="1"/>
                    <a:pt x="851" y="50"/>
                    <a:pt x="664" y="151"/>
                  </a:cubicBezTo>
                  <a:cubicBezTo>
                    <a:pt x="256" y="370"/>
                    <a:pt x="0" y="798"/>
                    <a:pt x="0" y="1261"/>
                  </a:cubicBezTo>
                  <a:cubicBezTo>
                    <a:pt x="0" y="1726"/>
                    <a:pt x="256" y="2152"/>
                    <a:pt x="664" y="2372"/>
                  </a:cubicBezTo>
                  <a:cubicBezTo>
                    <a:pt x="851" y="2472"/>
                    <a:pt x="1057" y="2522"/>
                    <a:pt x="1262" y="2522"/>
                  </a:cubicBezTo>
                  <a:cubicBezTo>
                    <a:pt x="1505" y="2522"/>
                    <a:pt x="1747" y="2452"/>
                    <a:pt x="1957" y="2313"/>
                  </a:cubicBezTo>
                  <a:cubicBezTo>
                    <a:pt x="1603" y="2080"/>
                    <a:pt x="1391" y="1684"/>
                    <a:pt x="1391" y="1261"/>
                  </a:cubicBezTo>
                  <a:cubicBezTo>
                    <a:pt x="1391" y="838"/>
                    <a:pt x="1603" y="443"/>
                    <a:pt x="1957" y="209"/>
                  </a:cubicBezTo>
                  <a:cubicBezTo>
                    <a:pt x="1747" y="71"/>
                    <a:pt x="1505" y="1"/>
                    <a:pt x="12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3841150" y="3310700"/>
              <a:ext cx="37100" cy="35700"/>
            </a:xfrm>
            <a:custGeom>
              <a:rect b="b" l="l" r="r" t="t"/>
              <a:pathLst>
                <a:path extrusionOk="0" h="1428" w="1484">
                  <a:moveTo>
                    <a:pt x="770" y="0"/>
                  </a:moveTo>
                  <a:cubicBezTo>
                    <a:pt x="481" y="0"/>
                    <a:pt x="221" y="174"/>
                    <a:pt x="110" y="441"/>
                  </a:cubicBezTo>
                  <a:cubicBezTo>
                    <a:pt x="0" y="708"/>
                    <a:pt x="61" y="1015"/>
                    <a:pt x="266" y="1219"/>
                  </a:cubicBezTo>
                  <a:cubicBezTo>
                    <a:pt x="402" y="1355"/>
                    <a:pt x="584" y="1428"/>
                    <a:pt x="769" y="1428"/>
                  </a:cubicBezTo>
                  <a:cubicBezTo>
                    <a:pt x="861" y="1428"/>
                    <a:pt x="954" y="1410"/>
                    <a:pt x="1043" y="1373"/>
                  </a:cubicBezTo>
                  <a:cubicBezTo>
                    <a:pt x="1310" y="1263"/>
                    <a:pt x="1484" y="1003"/>
                    <a:pt x="1484" y="715"/>
                  </a:cubicBezTo>
                  <a:cubicBezTo>
                    <a:pt x="1484" y="320"/>
                    <a:pt x="1164" y="0"/>
                    <a:pt x="770" y="0"/>
                  </a:cubicBezTo>
                  <a:close/>
                </a:path>
              </a:pathLst>
            </a:custGeom>
            <a:solidFill>
              <a:srgbClr val="F25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3842525" y="3310700"/>
              <a:ext cx="31900" cy="35700"/>
            </a:xfrm>
            <a:custGeom>
              <a:rect b="b" l="l" r="r" t="t"/>
              <a:pathLst>
                <a:path extrusionOk="0" h="1428" w="1276">
                  <a:moveTo>
                    <a:pt x="714" y="1"/>
                  </a:moveTo>
                  <a:cubicBezTo>
                    <a:pt x="636" y="1"/>
                    <a:pt x="557" y="14"/>
                    <a:pt x="480" y="40"/>
                  </a:cubicBezTo>
                  <a:cubicBezTo>
                    <a:pt x="194" y="139"/>
                    <a:pt x="1" y="410"/>
                    <a:pt x="1" y="715"/>
                  </a:cubicBezTo>
                  <a:cubicBezTo>
                    <a:pt x="1" y="1018"/>
                    <a:pt x="194" y="1289"/>
                    <a:pt x="480" y="1388"/>
                  </a:cubicBezTo>
                  <a:cubicBezTo>
                    <a:pt x="557" y="1415"/>
                    <a:pt x="636" y="1428"/>
                    <a:pt x="715" y="1428"/>
                  </a:cubicBezTo>
                  <a:cubicBezTo>
                    <a:pt x="929" y="1428"/>
                    <a:pt x="1137" y="1331"/>
                    <a:pt x="1275" y="1156"/>
                  </a:cubicBezTo>
                  <a:cubicBezTo>
                    <a:pt x="1175" y="1030"/>
                    <a:pt x="1121" y="874"/>
                    <a:pt x="1122" y="715"/>
                  </a:cubicBezTo>
                  <a:cubicBezTo>
                    <a:pt x="1121" y="554"/>
                    <a:pt x="1175" y="398"/>
                    <a:pt x="1275" y="273"/>
                  </a:cubicBezTo>
                  <a:cubicBezTo>
                    <a:pt x="1137" y="97"/>
                    <a:pt x="929" y="1"/>
                    <a:pt x="7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3749400" y="3255400"/>
              <a:ext cx="74775" cy="71950"/>
            </a:xfrm>
            <a:custGeom>
              <a:rect b="b" l="l" r="r" t="t"/>
              <a:pathLst>
                <a:path extrusionOk="0" h="2878" w="2991">
                  <a:moveTo>
                    <a:pt x="1552" y="0"/>
                  </a:moveTo>
                  <a:cubicBezTo>
                    <a:pt x="970" y="0"/>
                    <a:pt x="444" y="351"/>
                    <a:pt x="223" y="888"/>
                  </a:cubicBezTo>
                  <a:cubicBezTo>
                    <a:pt x="0" y="1426"/>
                    <a:pt x="123" y="2044"/>
                    <a:pt x="534" y="2457"/>
                  </a:cubicBezTo>
                  <a:cubicBezTo>
                    <a:pt x="809" y="2732"/>
                    <a:pt x="1177" y="2877"/>
                    <a:pt x="1551" y="2877"/>
                  </a:cubicBezTo>
                  <a:cubicBezTo>
                    <a:pt x="1736" y="2877"/>
                    <a:pt x="1924" y="2842"/>
                    <a:pt x="2102" y="2768"/>
                  </a:cubicBezTo>
                  <a:cubicBezTo>
                    <a:pt x="2640" y="2545"/>
                    <a:pt x="2990" y="2021"/>
                    <a:pt x="2990" y="1439"/>
                  </a:cubicBezTo>
                  <a:cubicBezTo>
                    <a:pt x="2990" y="644"/>
                    <a:pt x="2346" y="0"/>
                    <a:pt x="15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3752200" y="3255400"/>
              <a:ext cx="53375" cy="71950"/>
            </a:xfrm>
            <a:custGeom>
              <a:rect b="b" l="l" r="r" t="t"/>
              <a:pathLst>
                <a:path extrusionOk="0" h="2878" w="2135">
                  <a:moveTo>
                    <a:pt x="1440" y="0"/>
                  </a:moveTo>
                  <a:cubicBezTo>
                    <a:pt x="1187" y="0"/>
                    <a:pt x="934" y="67"/>
                    <a:pt x="709" y="199"/>
                  </a:cubicBezTo>
                  <a:cubicBezTo>
                    <a:pt x="270" y="458"/>
                    <a:pt x="1" y="929"/>
                    <a:pt x="1" y="1439"/>
                  </a:cubicBezTo>
                  <a:cubicBezTo>
                    <a:pt x="1" y="1948"/>
                    <a:pt x="270" y="2419"/>
                    <a:pt x="709" y="2678"/>
                  </a:cubicBezTo>
                  <a:cubicBezTo>
                    <a:pt x="934" y="2811"/>
                    <a:pt x="1186" y="2878"/>
                    <a:pt x="1439" y="2878"/>
                  </a:cubicBezTo>
                  <a:cubicBezTo>
                    <a:pt x="1678" y="2878"/>
                    <a:pt x="1918" y="2818"/>
                    <a:pt x="2135" y="2698"/>
                  </a:cubicBezTo>
                  <a:cubicBezTo>
                    <a:pt x="1676" y="2445"/>
                    <a:pt x="1392" y="1963"/>
                    <a:pt x="1392" y="1439"/>
                  </a:cubicBezTo>
                  <a:cubicBezTo>
                    <a:pt x="1392" y="914"/>
                    <a:pt x="1676" y="433"/>
                    <a:pt x="2135" y="179"/>
                  </a:cubicBezTo>
                  <a:cubicBezTo>
                    <a:pt x="1918" y="60"/>
                    <a:pt x="1679" y="0"/>
                    <a:pt x="1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3719500" y="3345175"/>
              <a:ext cx="31575" cy="30350"/>
            </a:xfrm>
            <a:custGeom>
              <a:rect b="b" l="l" r="r" t="t"/>
              <a:pathLst>
                <a:path extrusionOk="0" h="1214" w="1263">
                  <a:moveTo>
                    <a:pt x="655" y="1"/>
                  </a:moveTo>
                  <a:cubicBezTo>
                    <a:pt x="410" y="1"/>
                    <a:pt x="189" y="149"/>
                    <a:pt x="95" y="376"/>
                  </a:cubicBezTo>
                  <a:cubicBezTo>
                    <a:pt x="0" y="602"/>
                    <a:pt x="53" y="863"/>
                    <a:pt x="226" y="1036"/>
                  </a:cubicBezTo>
                  <a:cubicBezTo>
                    <a:pt x="342" y="1152"/>
                    <a:pt x="497" y="1214"/>
                    <a:pt x="655" y="1214"/>
                  </a:cubicBezTo>
                  <a:cubicBezTo>
                    <a:pt x="733" y="1214"/>
                    <a:pt x="812" y="1199"/>
                    <a:pt x="887" y="1168"/>
                  </a:cubicBezTo>
                  <a:cubicBezTo>
                    <a:pt x="1114" y="1074"/>
                    <a:pt x="1262" y="853"/>
                    <a:pt x="1262" y="608"/>
                  </a:cubicBezTo>
                  <a:cubicBezTo>
                    <a:pt x="1262" y="272"/>
                    <a:pt x="990" y="1"/>
                    <a:pt x="6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3851700" y="3239350"/>
              <a:ext cx="42675" cy="41050"/>
            </a:xfrm>
            <a:custGeom>
              <a:rect b="b" l="l" r="r" t="t"/>
              <a:pathLst>
                <a:path extrusionOk="0" h="1642" w="1707">
                  <a:moveTo>
                    <a:pt x="886" y="0"/>
                  </a:moveTo>
                  <a:cubicBezTo>
                    <a:pt x="554" y="0"/>
                    <a:pt x="254" y="200"/>
                    <a:pt x="127" y="507"/>
                  </a:cubicBezTo>
                  <a:cubicBezTo>
                    <a:pt x="0" y="814"/>
                    <a:pt x="71" y="1166"/>
                    <a:pt x="305" y="1401"/>
                  </a:cubicBezTo>
                  <a:cubicBezTo>
                    <a:pt x="462" y="1558"/>
                    <a:pt x="671" y="1642"/>
                    <a:pt x="885" y="1642"/>
                  </a:cubicBezTo>
                  <a:cubicBezTo>
                    <a:pt x="991" y="1642"/>
                    <a:pt x="1098" y="1621"/>
                    <a:pt x="1199" y="1579"/>
                  </a:cubicBezTo>
                  <a:cubicBezTo>
                    <a:pt x="1506" y="1452"/>
                    <a:pt x="1707" y="1153"/>
                    <a:pt x="1707" y="821"/>
                  </a:cubicBezTo>
                  <a:cubicBezTo>
                    <a:pt x="1707" y="367"/>
                    <a:pt x="1339" y="0"/>
                    <a:pt x="886" y="0"/>
                  </a:cubicBezTo>
                  <a:close/>
                </a:path>
              </a:pathLst>
            </a:custGeom>
            <a:solidFill>
              <a:srgbClr val="F25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3853300" y="3239325"/>
              <a:ext cx="37925" cy="41075"/>
            </a:xfrm>
            <a:custGeom>
              <a:rect b="b" l="l" r="r" t="t"/>
              <a:pathLst>
                <a:path extrusionOk="0" h="1643" w="1517">
                  <a:moveTo>
                    <a:pt x="820" y="1"/>
                  </a:moveTo>
                  <a:cubicBezTo>
                    <a:pt x="745" y="1"/>
                    <a:pt x="669" y="11"/>
                    <a:pt x="594" y="32"/>
                  </a:cubicBezTo>
                  <a:cubicBezTo>
                    <a:pt x="242" y="134"/>
                    <a:pt x="0" y="455"/>
                    <a:pt x="0" y="822"/>
                  </a:cubicBezTo>
                  <a:cubicBezTo>
                    <a:pt x="0" y="1188"/>
                    <a:pt x="242" y="1511"/>
                    <a:pt x="594" y="1611"/>
                  </a:cubicBezTo>
                  <a:cubicBezTo>
                    <a:pt x="669" y="1632"/>
                    <a:pt x="745" y="1643"/>
                    <a:pt x="821" y="1643"/>
                  </a:cubicBezTo>
                  <a:cubicBezTo>
                    <a:pt x="1099" y="1643"/>
                    <a:pt x="1364" y="1501"/>
                    <a:pt x="1517" y="1257"/>
                  </a:cubicBezTo>
                  <a:cubicBezTo>
                    <a:pt x="1435" y="1126"/>
                    <a:pt x="1391" y="976"/>
                    <a:pt x="1391" y="822"/>
                  </a:cubicBezTo>
                  <a:cubicBezTo>
                    <a:pt x="1391" y="668"/>
                    <a:pt x="1435" y="517"/>
                    <a:pt x="1517" y="387"/>
                  </a:cubicBezTo>
                  <a:cubicBezTo>
                    <a:pt x="1364" y="142"/>
                    <a:pt x="1098" y="1"/>
                    <a:pt x="8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3867950" y="3366725"/>
              <a:ext cx="25200" cy="23500"/>
            </a:xfrm>
            <a:custGeom>
              <a:rect b="b" l="l" r="r" t="t"/>
              <a:pathLst>
                <a:path extrusionOk="0" h="940" w="1008">
                  <a:moveTo>
                    <a:pt x="626" y="1"/>
                  </a:moveTo>
                  <a:cubicBezTo>
                    <a:pt x="537" y="1"/>
                    <a:pt x="448" y="35"/>
                    <a:pt x="380" y="103"/>
                  </a:cubicBezTo>
                  <a:lnTo>
                    <a:pt x="136" y="347"/>
                  </a:lnTo>
                  <a:cubicBezTo>
                    <a:pt x="0" y="482"/>
                    <a:pt x="0" y="703"/>
                    <a:pt x="136" y="838"/>
                  </a:cubicBezTo>
                  <a:cubicBezTo>
                    <a:pt x="204" y="906"/>
                    <a:pt x="292" y="940"/>
                    <a:pt x="381" y="940"/>
                  </a:cubicBezTo>
                  <a:cubicBezTo>
                    <a:pt x="470" y="940"/>
                    <a:pt x="559" y="906"/>
                    <a:pt x="627" y="838"/>
                  </a:cubicBezTo>
                  <a:lnTo>
                    <a:pt x="871" y="594"/>
                  </a:lnTo>
                  <a:cubicBezTo>
                    <a:pt x="1008" y="458"/>
                    <a:pt x="1008" y="238"/>
                    <a:pt x="871" y="103"/>
                  </a:cubicBezTo>
                  <a:cubicBezTo>
                    <a:pt x="804" y="35"/>
                    <a:pt x="715" y="1"/>
                    <a:pt x="6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65"/>
          <p:cNvGrpSpPr/>
          <p:nvPr/>
        </p:nvGrpSpPr>
        <p:grpSpPr>
          <a:xfrm>
            <a:off x="7129702" y="2671042"/>
            <a:ext cx="1163872" cy="847916"/>
            <a:chOff x="4076825" y="3183500"/>
            <a:chExt cx="599625" cy="436800"/>
          </a:xfrm>
        </p:grpSpPr>
        <p:sp>
          <p:nvSpPr>
            <p:cNvPr id="796" name="Google Shape;796;p65"/>
            <p:cNvSpPr/>
            <p:nvPr/>
          </p:nvSpPr>
          <p:spPr>
            <a:xfrm>
              <a:off x="4348775" y="3183500"/>
              <a:ext cx="257225" cy="227650"/>
            </a:xfrm>
            <a:custGeom>
              <a:rect b="b" l="l" r="r" t="t"/>
              <a:pathLst>
                <a:path extrusionOk="0" h="9106" w="10289">
                  <a:moveTo>
                    <a:pt x="9457" y="0"/>
                  </a:moveTo>
                  <a:cubicBezTo>
                    <a:pt x="9453" y="0"/>
                    <a:pt x="9448" y="1"/>
                    <a:pt x="9444" y="1"/>
                  </a:cubicBezTo>
                  <a:cubicBezTo>
                    <a:pt x="7363" y="74"/>
                    <a:pt x="1347" y="811"/>
                    <a:pt x="1347" y="811"/>
                  </a:cubicBezTo>
                  <a:cubicBezTo>
                    <a:pt x="1347" y="811"/>
                    <a:pt x="1372" y="5793"/>
                    <a:pt x="1" y="9105"/>
                  </a:cubicBezTo>
                  <a:cubicBezTo>
                    <a:pt x="280" y="9103"/>
                    <a:pt x="830" y="9092"/>
                    <a:pt x="1094" y="9073"/>
                  </a:cubicBezTo>
                  <a:cubicBezTo>
                    <a:pt x="1969" y="6668"/>
                    <a:pt x="4140" y="5084"/>
                    <a:pt x="6844" y="5084"/>
                  </a:cubicBezTo>
                  <a:cubicBezTo>
                    <a:pt x="7340" y="5084"/>
                    <a:pt x="7835" y="5143"/>
                    <a:pt x="8317" y="5259"/>
                  </a:cubicBezTo>
                  <a:cubicBezTo>
                    <a:pt x="10098" y="2810"/>
                    <a:pt x="10288" y="0"/>
                    <a:pt x="94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4348775" y="3199650"/>
              <a:ext cx="70975" cy="211525"/>
            </a:xfrm>
            <a:custGeom>
              <a:rect b="b" l="l" r="r" t="t"/>
              <a:pathLst>
                <a:path extrusionOk="0" h="8461" w="2839">
                  <a:moveTo>
                    <a:pt x="2730" y="1"/>
                  </a:moveTo>
                  <a:cubicBezTo>
                    <a:pt x="1901" y="98"/>
                    <a:pt x="1345" y="165"/>
                    <a:pt x="1345" y="165"/>
                  </a:cubicBezTo>
                  <a:cubicBezTo>
                    <a:pt x="1345" y="165"/>
                    <a:pt x="1372" y="5147"/>
                    <a:pt x="1" y="8460"/>
                  </a:cubicBezTo>
                  <a:lnTo>
                    <a:pt x="2" y="8460"/>
                  </a:lnTo>
                  <a:cubicBezTo>
                    <a:pt x="280" y="8457"/>
                    <a:pt x="830" y="8446"/>
                    <a:pt x="1095" y="8427"/>
                  </a:cubicBezTo>
                  <a:cubicBezTo>
                    <a:pt x="1376" y="7654"/>
                    <a:pt x="1792" y="6965"/>
                    <a:pt x="2317" y="6386"/>
                  </a:cubicBezTo>
                  <a:cubicBezTo>
                    <a:pt x="2453" y="5734"/>
                    <a:pt x="2558" y="5013"/>
                    <a:pt x="2633" y="4224"/>
                  </a:cubicBezTo>
                  <a:cubicBezTo>
                    <a:pt x="2839" y="2066"/>
                    <a:pt x="2738" y="169"/>
                    <a:pt x="2734" y="89"/>
                  </a:cubicBezTo>
                  <a:lnTo>
                    <a:pt x="27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4076825" y="3192550"/>
              <a:ext cx="315750" cy="309625"/>
            </a:xfrm>
            <a:custGeom>
              <a:rect b="b" l="l" r="r" t="t"/>
              <a:pathLst>
                <a:path extrusionOk="0" h="12385" w="12630">
                  <a:moveTo>
                    <a:pt x="9308" y="0"/>
                  </a:moveTo>
                  <a:cubicBezTo>
                    <a:pt x="7427" y="0"/>
                    <a:pt x="4946" y="547"/>
                    <a:pt x="2839" y="2850"/>
                  </a:cubicBezTo>
                  <a:cubicBezTo>
                    <a:pt x="1" y="5950"/>
                    <a:pt x="992" y="9722"/>
                    <a:pt x="1817" y="11668"/>
                  </a:cubicBezTo>
                  <a:cubicBezTo>
                    <a:pt x="2008" y="12119"/>
                    <a:pt x="2445" y="12384"/>
                    <a:pt x="2904" y="12384"/>
                  </a:cubicBezTo>
                  <a:cubicBezTo>
                    <a:pt x="3068" y="12384"/>
                    <a:pt x="3235" y="12350"/>
                    <a:pt x="3394" y="12279"/>
                  </a:cubicBezTo>
                  <a:cubicBezTo>
                    <a:pt x="5058" y="11533"/>
                    <a:pt x="8335" y="11166"/>
                    <a:pt x="10234" y="9695"/>
                  </a:cubicBezTo>
                  <a:cubicBezTo>
                    <a:pt x="12630" y="7838"/>
                    <a:pt x="12225" y="450"/>
                    <a:pt x="12225" y="450"/>
                  </a:cubicBezTo>
                  <a:lnTo>
                    <a:pt x="12225" y="449"/>
                  </a:lnTo>
                  <a:cubicBezTo>
                    <a:pt x="12225" y="449"/>
                    <a:pt x="11012" y="0"/>
                    <a:pt x="93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4076850" y="3192550"/>
              <a:ext cx="250225" cy="309625"/>
            </a:xfrm>
            <a:custGeom>
              <a:rect b="b" l="l" r="r" t="t"/>
              <a:pathLst>
                <a:path extrusionOk="0" h="12385" w="10009">
                  <a:moveTo>
                    <a:pt x="9308" y="1"/>
                  </a:moveTo>
                  <a:cubicBezTo>
                    <a:pt x="7427" y="1"/>
                    <a:pt x="4945" y="547"/>
                    <a:pt x="2838" y="2850"/>
                  </a:cubicBezTo>
                  <a:cubicBezTo>
                    <a:pt x="1" y="5950"/>
                    <a:pt x="992" y="9723"/>
                    <a:pt x="1817" y="11669"/>
                  </a:cubicBezTo>
                  <a:cubicBezTo>
                    <a:pt x="2008" y="12119"/>
                    <a:pt x="2444" y="12385"/>
                    <a:pt x="2903" y="12385"/>
                  </a:cubicBezTo>
                  <a:cubicBezTo>
                    <a:pt x="3067" y="12385"/>
                    <a:pt x="3233" y="12351"/>
                    <a:pt x="3393" y="12279"/>
                  </a:cubicBezTo>
                  <a:cubicBezTo>
                    <a:pt x="3468" y="12246"/>
                    <a:pt x="3548" y="12213"/>
                    <a:pt x="3629" y="12181"/>
                  </a:cubicBezTo>
                  <a:cubicBezTo>
                    <a:pt x="3442" y="12054"/>
                    <a:pt x="3295" y="11876"/>
                    <a:pt x="3208" y="11669"/>
                  </a:cubicBezTo>
                  <a:lnTo>
                    <a:pt x="3206" y="11669"/>
                  </a:lnTo>
                  <a:cubicBezTo>
                    <a:pt x="2381" y="9723"/>
                    <a:pt x="1389" y="5950"/>
                    <a:pt x="4227" y="2850"/>
                  </a:cubicBezTo>
                  <a:cubicBezTo>
                    <a:pt x="6086" y="820"/>
                    <a:pt x="8236" y="155"/>
                    <a:pt x="10009" y="26"/>
                  </a:cubicBezTo>
                  <a:cubicBezTo>
                    <a:pt x="9787" y="10"/>
                    <a:pt x="9553" y="1"/>
                    <a:pt x="93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4363300" y="3307125"/>
              <a:ext cx="313150" cy="313175"/>
            </a:xfrm>
            <a:custGeom>
              <a:rect b="b" l="l" r="r" t="t"/>
              <a:pathLst>
                <a:path extrusionOk="0" h="12527" w="12526">
                  <a:moveTo>
                    <a:pt x="6263" y="1"/>
                  </a:moveTo>
                  <a:cubicBezTo>
                    <a:pt x="2810" y="1"/>
                    <a:pt x="0" y="2810"/>
                    <a:pt x="0" y="6263"/>
                  </a:cubicBezTo>
                  <a:cubicBezTo>
                    <a:pt x="0" y="9717"/>
                    <a:pt x="2810" y="12526"/>
                    <a:pt x="6263" y="12526"/>
                  </a:cubicBezTo>
                  <a:cubicBezTo>
                    <a:pt x="9717" y="12526"/>
                    <a:pt x="12526" y="9717"/>
                    <a:pt x="12526" y="6263"/>
                  </a:cubicBezTo>
                  <a:cubicBezTo>
                    <a:pt x="12526" y="2810"/>
                    <a:pt x="9717" y="1"/>
                    <a:pt x="6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4390525" y="3334350"/>
              <a:ext cx="258700" cy="258700"/>
            </a:xfrm>
            <a:custGeom>
              <a:rect b="b" l="l" r="r" t="t"/>
              <a:pathLst>
                <a:path extrusionOk="0" h="10348" w="10348">
                  <a:moveTo>
                    <a:pt x="5174" y="1"/>
                  </a:moveTo>
                  <a:cubicBezTo>
                    <a:pt x="2322" y="1"/>
                    <a:pt x="1" y="2322"/>
                    <a:pt x="1" y="5174"/>
                  </a:cubicBezTo>
                  <a:cubicBezTo>
                    <a:pt x="1" y="8027"/>
                    <a:pt x="2322" y="10348"/>
                    <a:pt x="5174" y="10348"/>
                  </a:cubicBezTo>
                  <a:cubicBezTo>
                    <a:pt x="8026" y="10348"/>
                    <a:pt x="10348" y="8027"/>
                    <a:pt x="10348" y="5174"/>
                  </a:cubicBezTo>
                  <a:cubicBezTo>
                    <a:pt x="10348" y="2321"/>
                    <a:pt x="8026" y="1"/>
                    <a:pt x="5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4487000" y="3497500"/>
              <a:ext cx="60000" cy="57725"/>
            </a:xfrm>
            <a:custGeom>
              <a:rect b="b" l="l" r="r" t="t"/>
              <a:pathLst>
                <a:path extrusionOk="0" h="2309" w="2400">
                  <a:moveTo>
                    <a:pt x="1245" y="0"/>
                  </a:moveTo>
                  <a:cubicBezTo>
                    <a:pt x="778" y="0"/>
                    <a:pt x="358" y="282"/>
                    <a:pt x="178" y="712"/>
                  </a:cubicBezTo>
                  <a:cubicBezTo>
                    <a:pt x="0" y="1144"/>
                    <a:pt x="99" y="1640"/>
                    <a:pt x="429" y="1971"/>
                  </a:cubicBezTo>
                  <a:cubicBezTo>
                    <a:pt x="650" y="2192"/>
                    <a:pt x="945" y="2309"/>
                    <a:pt x="1246" y="2309"/>
                  </a:cubicBezTo>
                  <a:cubicBezTo>
                    <a:pt x="1395" y="2309"/>
                    <a:pt x="1545" y="2280"/>
                    <a:pt x="1688" y="2221"/>
                  </a:cubicBezTo>
                  <a:cubicBezTo>
                    <a:pt x="2118" y="2042"/>
                    <a:pt x="2399" y="1621"/>
                    <a:pt x="2399" y="1154"/>
                  </a:cubicBezTo>
                  <a:cubicBezTo>
                    <a:pt x="2399" y="517"/>
                    <a:pt x="1883" y="0"/>
                    <a:pt x="12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4489275" y="3497475"/>
              <a:ext cx="44775" cy="57750"/>
            </a:xfrm>
            <a:custGeom>
              <a:rect b="b" l="l" r="r" t="t"/>
              <a:pathLst>
                <a:path extrusionOk="0" h="2310" w="1791">
                  <a:moveTo>
                    <a:pt x="1155" y="1"/>
                  </a:moveTo>
                  <a:cubicBezTo>
                    <a:pt x="967" y="1"/>
                    <a:pt x="779" y="47"/>
                    <a:pt x="608" y="139"/>
                  </a:cubicBezTo>
                  <a:cubicBezTo>
                    <a:pt x="233" y="340"/>
                    <a:pt x="0" y="730"/>
                    <a:pt x="0" y="1155"/>
                  </a:cubicBezTo>
                  <a:cubicBezTo>
                    <a:pt x="0" y="1581"/>
                    <a:pt x="233" y="1971"/>
                    <a:pt x="608" y="2172"/>
                  </a:cubicBezTo>
                  <a:cubicBezTo>
                    <a:pt x="778" y="2264"/>
                    <a:pt x="966" y="2310"/>
                    <a:pt x="1153" y="2310"/>
                  </a:cubicBezTo>
                  <a:cubicBezTo>
                    <a:pt x="1376" y="2310"/>
                    <a:pt x="1598" y="2245"/>
                    <a:pt x="1790" y="2118"/>
                  </a:cubicBezTo>
                  <a:cubicBezTo>
                    <a:pt x="1468" y="1905"/>
                    <a:pt x="1273" y="1543"/>
                    <a:pt x="1273" y="1155"/>
                  </a:cubicBezTo>
                  <a:cubicBezTo>
                    <a:pt x="1273" y="768"/>
                    <a:pt x="1468" y="406"/>
                    <a:pt x="1790" y="192"/>
                  </a:cubicBezTo>
                  <a:cubicBezTo>
                    <a:pt x="1599" y="65"/>
                    <a:pt x="1377" y="1"/>
                    <a:pt x="1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4545700" y="3449575"/>
              <a:ext cx="34000" cy="32700"/>
            </a:xfrm>
            <a:custGeom>
              <a:rect b="b" l="l" r="r" t="t"/>
              <a:pathLst>
                <a:path extrusionOk="0" h="1308" w="1360">
                  <a:moveTo>
                    <a:pt x="705" y="0"/>
                  </a:moveTo>
                  <a:cubicBezTo>
                    <a:pt x="440" y="0"/>
                    <a:pt x="203" y="159"/>
                    <a:pt x="102" y="404"/>
                  </a:cubicBezTo>
                  <a:cubicBezTo>
                    <a:pt x="0" y="648"/>
                    <a:pt x="56" y="929"/>
                    <a:pt x="243" y="1116"/>
                  </a:cubicBezTo>
                  <a:cubicBezTo>
                    <a:pt x="368" y="1241"/>
                    <a:pt x="535" y="1307"/>
                    <a:pt x="706" y="1307"/>
                  </a:cubicBezTo>
                  <a:cubicBezTo>
                    <a:pt x="790" y="1307"/>
                    <a:pt x="874" y="1291"/>
                    <a:pt x="955" y="1258"/>
                  </a:cubicBezTo>
                  <a:cubicBezTo>
                    <a:pt x="1199" y="1156"/>
                    <a:pt x="1359" y="918"/>
                    <a:pt x="1359" y="653"/>
                  </a:cubicBezTo>
                  <a:cubicBezTo>
                    <a:pt x="1358" y="292"/>
                    <a:pt x="1066" y="0"/>
                    <a:pt x="7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4546975" y="3449575"/>
              <a:ext cx="29200" cy="32700"/>
            </a:xfrm>
            <a:custGeom>
              <a:rect b="b" l="l" r="r" t="t"/>
              <a:pathLst>
                <a:path extrusionOk="0" h="1308" w="1168">
                  <a:moveTo>
                    <a:pt x="653" y="0"/>
                  </a:moveTo>
                  <a:cubicBezTo>
                    <a:pt x="582" y="0"/>
                    <a:pt x="510" y="12"/>
                    <a:pt x="440" y="36"/>
                  </a:cubicBezTo>
                  <a:cubicBezTo>
                    <a:pt x="176" y="127"/>
                    <a:pt x="0" y="375"/>
                    <a:pt x="0" y="653"/>
                  </a:cubicBezTo>
                  <a:cubicBezTo>
                    <a:pt x="0" y="933"/>
                    <a:pt x="176" y="1180"/>
                    <a:pt x="440" y="1271"/>
                  </a:cubicBezTo>
                  <a:cubicBezTo>
                    <a:pt x="510" y="1296"/>
                    <a:pt x="582" y="1307"/>
                    <a:pt x="653" y="1307"/>
                  </a:cubicBezTo>
                  <a:cubicBezTo>
                    <a:pt x="850" y="1307"/>
                    <a:pt x="1041" y="1219"/>
                    <a:pt x="1167" y="1058"/>
                  </a:cubicBezTo>
                  <a:cubicBezTo>
                    <a:pt x="1076" y="943"/>
                    <a:pt x="1027" y="800"/>
                    <a:pt x="1027" y="653"/>
                  </a:cubicBezTo>
                  <a:cubicBezTo>
                    <a:pt x="1027" y="506"/>
                    <a:pt x="1076" y="365"/>
                    <a:pt x="1167" y="249"/>
                  </a:cubicBezTo>
                  <a:cubicBezTo>
                    <a:pt x="1041" y="89"/>
                    <a:pt x="850" y="0"/>
                    <a:pt x="6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4461700" y="3398925"/>
              <a:ext cx="68450" cy="65875"/>
            </a:xfrm>
            <a:custGeom>
              <a:rect b="b" l="l" r="r" t="t"/>
              <a:pathLst>
                <a:path extrusionOk="0" h="2635" w="2738">
                  <a:moveTo>
                    <a:pt x="1421" y="0"/>
                  </a:moveTo>
                  <a:cubicBezTo>
                    <a:pt x="888" y="0"/>
                    <a:pt x="407" y="321"/>
                    <a:pt x="204" y="813"/>
                  </a:cubicBezTo>
                  <a:cubicBezTo>
                    <a:pt x="0" y="1306"/>
                    <a:pt x="112" y="1873"/>
                    <a:pt x="489" y="2249"/>
                  </a:cubicBezTo>
                  <a:cubicBezTo>
                    <a:pt x="741" y="2501"/>
                    <a:pt x="1078" y="2635"/>
                    <a:pt x="1420" y="2635"/>
                  </a:cubicBezTo>
                  <a:cubicBezTo>
                    <a:pt x="1590" y="2635"/>
                    <a:pt x="1762" y="2602"/>
                    <a:pt x="1925" y="2534"/>
                  </a:cubicBezTo>
                  <a:cubicBezTo>
                    <a:pt x="2417" y="2331"/>
                    <a:pt x="2738" y="1850"/>
                    <a:pt x="2738" y="1317"/>
                  </a:cubicBezTo>
                  <a:cubicBezTo>
                    <a:pt x="2738" y="591"/>
                    <a:pt x="2147" y="0"/>
                    <a:pt x="14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4464250" y="3398925"/>
              <a:ext cx="48875" cy="65875"/>
            </a:xfrm>
            <a:custGeom>
              <a:rect b="b" l="l" r="r" t="t"/>
              <a:pathLst>
                <a:path extrusionOk="0" h="2635" w="1955">
                  <a:moveTo>
                    <a:pt x="1318" y="0"/>
                  </a:moveTo>
                  <a:cubicBezTo>
                    <a:pt x="1086" y="0"/>
                    <a:pt x="855" y="61"/>
                    <a:pt x="648" y="183"/>
                  </a:cubicBezTo>
                  <a:cubicBezTo>
                    <a:pt x="247" y="420"/>
                    <a:pt x="0" y="852"/>
                    <a:pt x="0" y="1317"/>
                  </a:cubicBezTo>
                  <a:cubicBezTo>
                    <a:pt x="0" y="1784"/>
                    <a:pt x="247" y="2215"/>
                    <a:pt x="648" y="2452"/>
                  </a:cubicBezTo>
                  <a:cubicBezTo>
                    <a:pt x="855" y="2574"/>
                    <a:pt x="1086" y="2635"/>
                    <a:pt x="1318" y="2635"/>
                  </a:cubicBezTo>
                  <a:cubicBezTo>
                    <a:pt x="1537" y="2635"/>
                    <a:pt x="1756" y="2580"/>
                    <a:pt x="1955" y="2470"/>
                  </a:cubicBezTo>
                  <a:cubicBezTo>
                    <a:pt x="1535" y="2239"/>
                    <a:pt x="1274" y="1797"/>
                    <a:pt x="1274" y="1317"/>
                  </a:cubicBezTo>
                  <a:cubicBezTo>
                    <a:pt x="1274" y="838"/>
                    <a:pt x="1535" y="395"/>
                    <a:pt x="1955" y="164"/>
                  </a:cubicBezTo>
                  <a:cubicBezTo>
                    <a:pt x="1756" y="55"/>
                    <a:pt x="1537" y="0"/>
                    <a:pt x="13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5"/>
            <p:cNvSpPr/>
            <p:nvPr/>
          </p:nvSpPr>
          <p:spPr>
            <a:xfrm>
              <a:off x="4434300" y="3481125"/>
              <a:ext cx="28900" cy="27825"/>
            </a:xfrm>
            <a:custGeom>
              <a:rect b="b" l="l" r="r" t="t"/>
              <a:pathLst>
                <a:path extrusionOk="0" h="1113" w="1156">
                  <a:moveTo>
                    <a:pt x="601" y="1"/>
                  </a:moveTo>
                  <a:cubicBezTo>
                    <a:pt x="376" y="1"/>
                    <a:pt x="173" y="136"/>
                    <a:pt x="87" y="344"/>
                  </a:cubicBezTo>
                  <a:cubicBezTo>
                    <a:pt x="1" y="552"/>
                    <a:pt x="48" y="791"/>
                    <a:pt x="207" y="949"/>
                  </a:cubicBezTo>
                  <a:cubicBezTo>
                    <a:pt x="313" y="1056"/>
                    <a:pt x="455" y="1112"/>
                    <a:pt x="600" y="1112"/>
                  </a:cubicBezTo>
                  <a:cubicBezTo>
                    <a:pt x="672" y="1112"/>
                    <a:pt x="744" y="1098"/>
                    <a:pt x="813" y="1070"/>
                  </a:cubicBezTo>
                  <a:cubicBezTo>
                    <a:pt x="1020" y="985"/>
                    <a:pt x="1156" y="781"/>
                    <a:pt x="1156" y="557"/>
                  </a:cubicBezTo>
                  <a:cubicBezTo>
                    <a:pt x="1156" y="250"/>
                    <a:pt x="907" y="1"/>
                    <a:pt x="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5"/>
            <p:cNvSpPr/>
            <p:nvPr/>
          </p:nvSpPr>
          <p:spPr>
            <a:xfrm>
              <a:off x="4555375" y="3384225"/>
              <a:ext cx="39075" cy="37600"/>
            </a:xfrm>
            <a:custGeom>
              <a:rect b="b" l="l" r="r" t="t"/>
              <a:pathLst>
                <a:path extrusionOk="0" h="1504" w="1563">
                  <a:moveTo>
                    <a:pt x="809" y="1"/>
                  </a:moveTo>
                  <a:cubicBezTo>
                    <a:pt x="505" y="1"/>
                    <a:pt x="232" y="184"/>
                    <a:pt x="116" y="464"/>
                  </a:cubicBezTo>
                  <a:cubicBezTo>
                    <a:pt x="0" y="745"/>
                    <a:pt x="64" y="1069"/>
                    <a:pt x="279" y="1283"/>
                  </a:cubicBezTo>
                  <a:cubicBezTo>
                    <a:pt x="423" y="1427"/>
                    <a:pt x="615" y="1503"/>
                    <a:pt x="810" y="1503"/>
                  </a:cubicBezTo>
                  <a:cubicBezTo>
                    <a:pt x="907" y="1503"/>
                    <a:pt x="1005" y="1484"/>
                    <a:pt x="1098" y="1446"/>
                  </a:cubicBezTo>
                  <a:cubicBezTo>
                    <a:pt x="1379" y="1330"/>
                    <a:pt x="1562" y="1056"/>
                    <a:pt x="1562" y="752"/>
                  </a:cubicBezTo>
                  <a:cubicBezTo>
                    <a:pt x="1562" y="337"/>
                    <a:pt x="1226" y="1"/>
                    <a:pt x="811" y="1"/>
                  </a:cubicBezTo>
                  <a:cubicBezTo>
                    <a:pt x="810" y="1"/>
                    <a:pt x="809" y="1"/>
                    <a:pt x="8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5"/>
            <p:cNvSpPr/>
            <p:nvPr/>
          </p:nvSpPr>
          <p:spPr>
            <a:xfrm>
              <a:off x="4556825" y="3384225"/>
              <a:ext cx="34750" cy="37600"/>
            </a:xfrm>
            <a:custGeom>
              <a:rect b="b" l="l" r="r" t="t"/>
              <a:pathLst>
                <a:path extrusionOk="0" h="1504" w="1390">
                  <a:moveTo>
                    <a:pt x="752" y="0"/>
                  </a:moveTo>
                  <a:cubicBezTo>
                    <a:pt x="683" y="0"/>
                    <a:pt x="613" y="10"/>
                    <a:pt x="544" y="30"/>
                  </a:cubicBezTo>
                  <a:cubicBezTo>
                    <a:pt x="222" y="121"/>
                    <a:pt x="1" y="417"/>
                    <a:pt x="1" y="752"/>
                  </a:cubicBezTo>
                  <a:cubicBezTo>
                    <a:pt x="1" y="1087"/>
                    <a:pt x="222" y="1382"/>
                    <a:pt x="544" y="1474"/>
                  </a:cubicBezTo>
                  <a:cubicBezTo>
                    <a:pt x="613" y="1494"/>
                    <a:pt x="683" y="1503"/>
                    <a:pt x="752" y="1503"/>
                  </a:cubicBezTo>
                  <a:cubicBezTo>
                    <a:pt x="1007" y="1503"/>
                    <a:pt x="1249" y="1374"/>
                    <a:pt x="1389" y="1150"/>
                  </a:cubicBezTo>
                  <a:cubicBezTo>
                    <a:pt x="1314" y="1030"/>
                    <a:pt x="1274" y="893"/>
                    <a:pt x="1274" y="752"/>
                  </a:cubicBezTo>
                  <a:cubicBezTo>
                    <a:pt x="1274" y="610"/>
                    <a:pt x="1314" y="473"/>
                    <a:pt x="1389" y="354"/>
                  </a:cubicBezTo>
                  <a:cubicBezTo>
                    <a:pt x="1249" y="130"/>
                    <a:pt x="1007" y="0"/>
                    <a:pt x="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5"/>
            <p:cNvSpPr/>
            <p:nvPr/>
          </p:nvSpPr>
          <p:spPr>
            <a:xfrm>
              <a:off x="4570225" y="3500875"/>
              <a:ext cx="23100" cy="21525"/>
            </a:xfrm>
            <a:custGeom>
              <a:rect b="b" l="l" r="r" t="t"/>
              <a:pathLst>
                <a:path extrusionOk="0" h="861" w="924">
                  <a:moveTo>
                    <a:pt x="574" y="1"/>
                  </a:moveTo>
                  <a:cubicBezTo>
                    <a:pt x="492" y="1"/>
                    <a:pt x="411" y="32"/>
                    <a:pt x="349" y="93"/>
                  </a:cubicBezTo>
                  <a:lnTo>
                    <a:pt x="125" y="317"/>
                  </a:lnTo>
                  <a:cubicBezTo>
                    <a:pt x="1" y="442"/>
                    <a:pt x="1" y="643"/>
                    <a:pt x="125" y="768"/>
                  </a:cubicBezTo>
                  <a:cubicBezTo>
                    <a:pt x="187" y="830"/>
                    <a:pt x="269" y="861"/>
                    <a:pt x="350" y="861"/>
                  </a:cubicBezTo>
                  <a:cubicBezTo>
                    <a:pt x="432" y="861"/>
                    <a:pt x="513" y="830"/>
                    <a:pt x="575" y="768"/>
                  </a:cubicBezTo>
                  <a:lnTo>
                    <a:pt x="799" y="544"/>
                  </a:lnTo>
                  <a:cubicBezTo>
                    <a:pt x="924" y="419"/>
                    <a:pt x="924" y="218"/>
                    <a:pt x="799" y="93"/>
                  </a:cubicBezTo>
                  <a:cubicBezTo>
                    <a:pt x="737" y="32"/>
                    <a:pt x="655" y="1"/>
                    <a:pt x="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2" name="Google Shape;812;p65"/>
          <p:cNvSpPr txBox="1"/>
          <p:nvPr>
            <p:ph type="ctrTitle"/>
          </p:nvPr>
        </p:nvSpPr>
        <p:spPr>
          <a:xfrm>
            <a:off x="3528854" y="2712358"/>
            <a:ext cx="1960200" cy="765300"/>
          </a:xfrm>
          <a:prstGeom prst="rect">
            <a:avLst/>
          </a:prstGeom>
        </p:spPr>
        <p:txBody>
          <a:bodyPr anchorCtr="0" anchor="t" bIns="91825" lIns="91825" spcFirstLastPara="1" rIns="91825" wrap="square" tIns="918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6"/>
              <a:t>Decreased wait times for biopsy</a:t>
            </a:r>
            <a:endParaRPr sz="1606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6"/>
          <p:cNvSpPr txBox="1"/>
          <p:nvPr/>
        </p:nvSpPr>
        <p:spPr>
          <a:xfrm>
            <a:off x="1897350" y="1095000"/>
            <a:ext cx="5349300" cy="1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Future Directions</a:t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accen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818" name="Google Shape;818;p66"/>
          <p:cNvSpPr txBox="1"/>
          <p:nvPr/>
        </p:nvSpPr>
        <p:spPr>
          <a:xfrm>
            <a:off x="1955100" y="2009050"/>
            <a:ext cx="5233800" cy="1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weighting to more accurately risk stratify based on the most important prognostic features of cell nuclei</a:t>
            </a:r>
            <a:endParaRPr sz="13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Bayesian analysis to incorporate pre-test probability from prior physical exam or mammography findings</a:t>
            </a:r>
            <a:endParaRPr sz="13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Expanding the dataset</a:t>
            </a:r>
            <a:endParaRPr sz="2000">
              <a:solidFill>
                <a:schemeClr val="accen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grpSp>
        <p:nvGrpSpPr>
          <p:cNvPr id="819" name="Google Shape;819;p66"/>
          <p:cNvGrpSpPr/>
          <p:nvPr/>
        </p:nvGrpSpPr>
        <p:grpSpPr>
          <a:xfrm flipH="1">
            <a:off x="485976" y="1287107"/>
            <a:ext cx="1709538" cy="1956514"/>
            <a:chOff x="1520075" y="238125"/>
            <a:chExt cx="4577075" cy="5238325"/>
          </a:xfrm>
        </p:grpSpPr>
        <p:sp>
          <p:nvSpPr>
            <p:cNvPr id="820" name="Google Shape;820;p66"/>
            <p:cNvSpPr/>
            <p:nvPr/>
          </p:nvSpPr>
          <p:spPr>
            <a:xfrm>
              <a:off x="1552425" y="922375"/>
              <a:ext cx="968875" cy="2060375"/>
            </a:xfrm>
            <a:custGeom>
              <a:rect b="b" l="l" r="r" t="t"/>
              <a:pathLst>
                <a:path extrusionOk="0" h="82415" w="38755">
                  <a:moveTo>
                    <a:pt x="38754" y="1"/>
                  </a:moveTo>
                  <a:lnTo>
                    <a:pt x="1" y="22376"/>
                  </a:lnTo>
                  <a:lnTo>
                    <a:pt x="1" y="82415"/>
                  </a:lnTo>
                  <a:lnTo>
                    <a:pt x="38754" y="60039"/>
                  </a:lnTo>
                  <a:lnTo>
                    <a:pt x="387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6"/>
            <p:cNvSpPr/>
            <p:nvPr/>
          </p:nvSpPr>
          <p:spPr>
            <a:xfrm>
              <a:off x="1521650" y="904200"/>
              <a:ext cx="999650" cy="577600"/>
            </a:xfrm>
            <a:custGeom>
              <a:rect b="b" l="l" r="r" t="t"/>
              <a:pathLst>
                <a:path extrusionOk="0" h="23104" w="39986">
                  <a:moveTo>
                    <a:pt x="38755" y="0"/>
                  </a:moveTo>
                  <a:lnTo>
                    <a:pt x="0" y="22375"/>
                  </a:lnTo>
                  <a:lnTo>
                    <a:pt x="1232" y="23103"/>
                  </a:lnTo>
                  <a:lnTo>
                    <a:pt x="39985" y="728"/>
                  </a:lnTo>
                  <a:lnTo>
                    <a:pt x="38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6"/>
            <p:cNvSpPr/>
            <p:nvPr/>
          </p:nvSpPr>
          <p:spPr>
            <a:xfrm>
              <a:off x="1539850" y="978375"/>
              <a:ext cx="1154975" cy="652575"/>
            </a:xfrm>
            <a:custGeom>
              <a:rect b="b" l="l" r="r" t="t"/>
              <a:pathLst>
                <a:path extrusionOk="0" h="26103" w="46199">
                  <a:moveTo>
                    <a:pt x="38237" y="0"/>
                  </a:moveTo>
                  <a:lnTo>
                    <a:pt x="1948" y="20626"/>
                  </a:lnTo>
                  <a:cubicBezTo>
                    <a:pt x="1" y="25858"/>
                    <a:pt x="6925" y="26102"/>
                    <a:pt x="8234" y="26102"/>
                  </a:cubicBezTo>
                  <a:cubicBezTo>
                    <a:pt x="8369" y="26102"/>
                    <a:pt x="8445" y="26099"/>
                    <a:pt x="8445" y="26099"/>
                  </a:cubicBezTo>
                  <a:lnTo>
                    <a:pt x="46198" y="4514"/>
                  </a:lnTo>
                  <a:cubicBezTo>
                    <a:pt x="37992" y="3529"/>
                    <a:pt x="38237" y="0"/>
                    <a:pt x="382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6"/>
            <p:cNvSpPr/>
            <p:nvPr/>
          </p:nvSpPr>
          <p:spPr>
            <a:xfrm>
              <a:off x="1521650" y="1463575"/>
              <a:ext cx="255200" cy="1649475"/>
            </a:xfrm>
            <a:custGeom>
              <a:rect b="b" l="l" r="r" t="t"/>
              <a:pathLst>
                <a:path extrusionOk="0" h="65979" w="10208">
                  <a:moveTo>
                    <a:pt x="0" y="1"/>
                  </a:moveTo>
                  <a:lnTo>
                    <a:pt x="0" y="60038"/>
                  </a:lnTo>
                  <a:cubicBezTo>
                    <a:pt x="1691" y="65532"/>
                    <a:pt x="7706" y="65979"/>
                    <a:pt x="9619" y="65979"/>
                  </a:cubicBezTo>
                  <a:cubicBezTo>
                    <a:pt x="9990" y="65979"/>
                    <a:pt x="10207" y="65962"/>
                    <a:pt x="10207" y="65962"/>
                  </a:cubicBezTo>
                  <a:lnTo>
                    <a:pt x="10207" y="5925"/>
                  </a:lnTo>
                  <a:cubicBezTo>
                    <a:pt x="10207" y="5925"/>
                    <a:pt x="2157" y="5016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6"/>
            <p:cNvSpPr/>
            <p:nvPr/>
          </p:nvSpPr>
          <p:spPr>
            <a:xfrm>
              <a:off x="1776825" y="1052300"/>
              <a:ext cx="968900" cy="2060325"/>
            </a:xfrm>
            <a:custGeom>
              <a:rect b="b" l="l" r="r" t="t"/>
              <a:pathLst>
                <a:path extrusionOk="0" h="82413" w="38756">
                  <a:moveTo>
                    <a:pt x="38755" y="0"/>
                  </a:moveTo>
                  <a:lnTo>
                    <a:pt x="0" y="22376"/>
                  </a:lnTo>
                  <a:lnTo>
                    <a:pt x="0" y="82413"/>
                  </a:lnTo>
                  <a:lnTo>
                    <a:pt x="38755" y="60038"/>
                  </a:lnTo>
                  <a:lnTo>
                    <a:pt x="38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6"/>
            <p:cNvSpPr/>
            <p:nvPr/>
          </p:nvSpPr>
          <p:spPr>
            <a:xfrm>
              <a:off x="1883175" y="2315225"/>
              <a:ext cx="756150" cy="543225"/>
            </a:xfrm>
            <a:custGeom>
              <a:rect b="b" l="l" r="r" t="t"/>
              <a:pathLst>
                <a:path extrusionOk="0" h="21729" w="30246">
                  <a:moveTo>
                    <a:pt x="28710" y="0"/>
                  </a:moveTo>
                  <a:cubicBezTo>
                    <a:pt x="28455" y="0"/>
                    <a:pt x="28193" y="65"/>
                    <a:pt x="27946" y="208"/>
                  </a:cubicBezTo>
                  <a:lnTo>
                    <a:pt x="768" y="15899"/>
                  </a:lnTo>
                  <a:cubicBezTo>
                    <a:pt x="293" y="16173"/>
                    <a:pt x="0" y="16679"/>
                    <a:pt x="0" y="17228"/>
                  </a:cubicBezTo>
                  <a:lnTo>
                    <a:pt x="0" y="20192"/>
                  </a:lnTo>
                  <a:cubicBezTo>
                    <a:pt x="0" y="21088"/>
                    <a:pt x="736" y="21728"/>
                    <a:pt x="1537" y="21728"/>
                  </a:cubicBezTo>
                  <a:cubicBezTo>
                    <a:pt x="1792" y="21728"/>
                    <a:pt x="2054" y="21663"/>
                    <a:pt x="2301" y="21521"/>
                  </a:cubicBezTo>
                  <a:lnTo>
                    <a:pt x="29479" y="5829"/>
                  </a:lnTo>
                  <a:cubicBezTo>
                    <a:pt x="29954" y="5555"/>
                    <a:pt x="30246" y="5049"/>
                    <a:pt x="30246" y="4501"/>
                  </a:cubicBezTo>
                  <a:lnTo>
                    <a:pt x="30246" y="1536"/>
                  </a:lnTo>
                  <a:cubicBezTo>
                    <a:pt x="30246" y="641"/>
                    <a:pt x="29511" y="0"/>
                    <a:pt x="28710" y="0"/>
                  </a:cubicBezTo>
                  <a:close/>
                </a:path>
              </a:pathLst>
            </a:custGeom>
            <a:solidFill>
              <a:srgbClr val="E0CF69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6"/>
            <p:cNvSpPr/>
            <p:nvPr/>
          </p:nvSpPr>
          <p:spPr>
            <a:xfrm>
              <a:off x="1746025" y="1034075"/>
              <a:ext cx="999700" cy="577625"/>
            </a:xfrm>
            <a:custGeom>
              <a:rect b="b" l="l" r="r" t="t"/>
              <a:pathLst>
                <a:path extrusionOk="0" h="23105" w="39988">
                  <a:moveTo>
                    <a:pt x="38756" y="1"/>
                  </a:moveTo>
                  <a:lnTo>
                    <a:pt x="1" y="22376"/>
                  </a:lnTo>
                  <a:lnTo>
                    <a:pt x="1232" y="23105"/>
                  </a:lnTo>
                  <a:lnTo>
                    <a:pt x="39987" y="729"/>
                  </a:lnTo>
                  <a:lnTo>
                    <a:pt x="387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6"/>
            <p:cNvSpPr/>
            <p:nvPr/>
          </p:nvSpPr>
          <p:spPr>
            <a:xfrm>
              <a:off x="2034775" y="1704300"/>
              <a:ext cx="514900" cy="664750"/>
            </a:xfrm>
            <a:custGeom>
              <a:rect b="b" l="l" r="r" t="t"/>
              <a:pathLst>
                <a:path extrusionOk="0" h="26590" w="20596">
                  <a:moveTo>
                    <a:pt x="14904" y="1"/>
                  </a:moveTo>
                  <a:cubicBezTo>
                    <a:pt x="13487" y="1"/>
                    <a:pt x="11912" y="473"/>
                    <a:pt x="10298" y="1404"/>
                  </a:cubicBezTo>
                  <a:cubicBezTo>
                    <a:pt x="7567" y="2981"/>
                    <a:pt x="4948" y="5747"/>
                    <a:pt x="3017" y="9091"/>
                  </a:cubicBezTo>
                  <a:cubicBezTo>
                    <a:pt x="1085" y="12436"/>
                    <a:pt x="1" y="16087"/>
                    <a:pt x="1" y="19240"/>
                  </a:cubicBezTo>
                  <a:cubicBezTo>
                    <a:pt x="1" y="22394"/>
                    <a:pt x="1085" y="24791"/>
                    <a:pt x="3017" y="25907"/>
                  </a:cubicBezTo>
                  <a:cubicBezTo>
                    <a:pt x="3807" y="26363"/>
                    <a:pt x="4712" y="26589"/>
                    <a:pt x="5692" y="26589"/>
                  </a:cubicBezTo>
                  <a:cubicBezTo>
                    <a:pt x="7109" y="26589"/>
                    <a:pt x="8684" y="26117"/>
                    <a:pt x="10298" y="25185"/>
                  </a:cubicBezTo>
                  <a:cubicBezTo>
                    <a:pt x="13029" y="23609"/>
                    <a:pt x="15649" y="20844"/>
                    <a:pt x="17579" y="17499"/>
                  </a:cubicBezTo>
                  <a:cubicBezTo>
                    <a:pt x="19510" y="14154"/>
                    <a:pt x="20595" y="10504"/>
                    <a:pt x="20595" y="7350"/>
                  </a:cubicBezTo>
                  <a:cubicBezTo>
                    <a:pt x="20595" y="4196"/>
                    <a:pt x="19510" y="1798"/>
                    <a:pt x="17579" y="684"/>
                  </a:cubicBezTo>
                  <a:cubicBezTo>
                    <a:pt x="16790" y="227"/>
                    <a:pt x="15885" y="1"/>
                    <a:pt x="14904" y="1"/>
                  </a:cubicBezTo>
                  <a:close/>
                </a:path>
              </a:pathLst>
            </a:custGeom>
            <a:solidFill>
              <a:srgbClr val="FFED87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6"/>
            <p:cNvSpPr/>
            <p:nvPr/>
          </p:nvSpPr>
          <p:spPr>
            <a:xfrm>
              <a:off x="1521650" y="1463550"/>
              <a:ext cx="255200" cy="148225"/>
            </a:xfrm>
            <a:custGeom>
              <a:rect b="b" l="l" r="r" t="t"/>
              <a:pathLst>
                <a:path extrusionOk="0" h="5929" w="10208">
                  <a:moveTo>
                    <a:pt x="0" y="1"/>
                  </a:moveTo>
                  <a:cubicBezTo>
                    <a:pt x="1568" y="5644"/>
                    <a:pt x="8570" y="5928"/>
                    <a:pt x="9965" y="5928"/>
                  </a:cubicBezTo>
                  <a:cubicBezTo>
                    <a:pt x="10121" y="5928"/>
                    <a:pt x="10207" y="5925"/>
                    <a:pt x="10207" y="5925"/>
                  </a:cubicBezTo>
                  <a:lnTo>
                    <a:pt x="9883" y="4673"/>
                  </a:lnTo>
                  <a:cubicBezTo>
                    <a:pt x="4110" y="3475"/>
                    <a:pt x="1873" y="359"/>
                    <a:pt x="1873" y="35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6"/>
            <p:cNvSpPr/>
            <p:nvPr/>
          </p:nvSpPr>
          <p:spPr>
            <a:xfrm>
              <a:off x="1884925" y="255950"/>
              <a:ext cx="1224250" cy="2940150"/>
            </a:xfrm>
            <a:custGeom>
              <a:rect b="b" l="l" r="r" t="t"/>
              <a:pathLst>
                <a:path extrusionOk="0" h="117606" w="48970">
                  <a:moveTo>
                    <a:pt x="48969" y="0"/>
                  </a:moveTo>
                  <a:lnTo>
                    <a:pt x="0" y="27952"/>
                  </a:lnTo>
                  <a:lnTo>
                    <a:pt x="0" y="117606"/>
                  </a:lnTo>
                  <a:lnTo>
                    <a:pt x="48969" y="89654"/>
                  </a:lnTo>
                  <a:lnTo>
                    <a:pt x="489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6"/>
            <p:cNvSpPr/>
            <p:nvPr/>
          </p:nvSpPr>
          <p:spPr>
            <a:xfrm>
              <a:off x="1858050" y="240025"/>
              <a:ext cx="1251125" cy="714725"/>
            </a:xfrm>
            <a:custGeom>
              <a:rect b="b" l="l" r="r" t="t"/>
              <a:pathLst>
                <a:path extrusionOk="0" h="28589" w="50045">
                  <a:moveTo>
                    <a:pt x="48970" y="1"/>
                  </a:moveTo>
                  <a:lnTo>
                    <a:pt x="1" y="27953"/>
                  </a:lnTo>
                  <a:lnTo>
                    <a:pt x="1075" y="28589"/>
                  </a:lnTo>
                  <a:lnTo>
                    <a:pt x="50044" y="637"/>
                  </a:lnTo>
                  <a:lnTo>
                    <a:pt x="489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6"/>
            <p:cNvSpPr/>
            <p:nvPr/>
          </p:nvSpPr>
          <p:spPr>
            <a:xfrm>
              <a:off x="1873975" y="304775"/>
              <a:ext cx="1386650" cy="780175"/>
            </a:xfrm>
            <a:custGeom>
              <a:rect b="b" l="l" r="r" t="t"/>
              <a:pathLst>
                <a:path extrusionOk="0" h="31207" w="55466">
                  <a:moveTo>
                    <a:pt x="48516" y="1"/>
                  </a:moveTo>
                  <a:lnTo>
                    <a:pt x="1700" y="26426"/>
                  </a:lnTo>
                  <a:cubicBezTo>
                    <a:pt x="0" y="30993"/>
                    <a:pt x="6045" y="31206"/>
                    <a:pt x="7188" y="31206"/>
                  </a:cubicBezTo>
                  <a:cubicBezTo>
                    <a:pt x="7306" y="31206"/>
                    <a:pt x="7372" y="31204"/>
                    <a:pt x="7372" y="31204"/>
                  </a:cubicBezTo>
                  <a:lnTo>
                    <a:pt x="55466" y="3941"/>
                  </a:lnTo>
                  <a:cubicBezTo>
                    <a:pt x="48302" y="3082"/>
                    <a:pt x="48516" y="1"/>
                    <a:pt x="48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6"/>
            <p:cNvSpPr/>
            <p:nvPr/>
          </p:nvSpPr>
          <p:spPr>
            <a:xfrm>
              <a:off x="1858050" y="938850"/>
              <a:ext cx="222775" cy="2371000"/>
            </a:xfrm>
            <a:custGeom>
              <a:rect b="b" l="l" r="r" t="t"/>
              <a:pathLst>
                <a:path extrusionOk="0" h="94840" w="8911">
                  <a:moveTo>
                    <a:pt x="1" y="0"/>
                  </a:moveTo>
                  <a:lnTo>
                    <a:pt x="1" y="89654"/>
                  </a:lnTo>
                  <a:cubicBezTo>
                    <a:pt x="1477" y="94450"/>
                    <a:pt x="6728" y="94840"/>
                    <a:pt x="8397" y="94840"/>
                  </a:cubicBezTo>
                  <a:cubicBezTo>
                    <a:pt x="8722" y="94840"/>
                    <a:pt x="8911" y="94825"/>
                    <a:pt x="8911" y="94825"/>
                  </a:cubicBezTo>
                  <a:lnTo>
                    <a:pt x="8911" y="5172"/>
                  </a:lnTo>
                  <a:cubicBezTo>
                    <a:pt x="8911" y="5172"/>
                    <a:pt x="1884" y="437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6"/>
            <p:cNvSpPr/>
            <p:nvPr/>
          </p:nvSpPr>
          <p:spPr>
            <a:xfrm>
              <a:off x="2080800" y="369325"/>
              <a:ext cx="1224250" cy="2940175"/>
            </a:xfrm>
            <a:custGeom>
              <a:rect b="b" l="l" r="r" t="t"/>
              <a:pathLst>
                <a:path extrusionOk="0" h="117607" w="48970">
                  <a:moveTo>
                    <a:pt x="48970" y="1"/>
                  </a:moveTo>
                  <a:lnTo>
                    <a:pt x="1" y="27952"/>
                  </a:lnTo>
                  <a:lnTo>
                    <a:pt x="1" y="117606"/>
                  </a:lnTo>
                  <a:lnTo>
                    <a:pt x="48970" y="89655"/>
                  </a:lnTo>
                  <a:lnTo>
                    <a:pt x="489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6"/>
            <p:cNvSpPr/>
            <p:nvPr/>
          </p:nvSpPr>
          <p:spPr>
            <a:xfrm>
              <a:off x="2173675" y="2402900"/>
              <a:ext cx="1038500" cy="684700"/>
            </a:xfrm>
            <a:custGeom>
              <a:rect b="b" l="l" r="r" t="t"/>
              <a:pathLst>
                <a:path extrusionOk="0" h="27388" w="41540">
                  <a:moveTo>
                    <a:pt x="40200" y="1"/>
                  </a:moveTo>
                  <a:cubicBezTo>
                    <a:pt x="39977" y="1"/>
                    <a:pt x="39748" y="57"/>
                    <a:pt x="39533" y="182"/>
                  </a:cubicBezTo>
                  <a:lnTo>
                    <a:pt x="669" y="22299"/>
                  </a:lnTo>
                  <a:cubicBezTo>
                    <a:pt x="255" y="22538"/>
                    <a:pt x="0" y="22981"/>
                    <a:pt x="0" y="23459"/>
                  </a:cubicBezTo>
                  <a:lnTo>
                    <a:pt x="0" y="26047"/>
                  </a:lnTo>
                  <a:cubicBezTo>
                    <a:pt x="0" y="26828"/>
                    <a:pt x="641" y="27388"/>
                    <a:pt x="1341" y="27388"/>
                  </a:cubicBezTo>
                  <a:cubicBezTo>
                    <a:pt x="1564" y="27388"/>
                    <a:pt x="1793" y="27331"/>
                    <a:pt x="2008" y="27206"/>
                  </a:cubicBezTo>
                  <a:lnTo>
                    <a:pt x="40871" y="5089"/>
                  </a:lnTo>
                  <a:cubicBezTo>
                    <a:pt x="41285" y="4850"/>
                    <a:pt x="41540" y="4408"/>
                    <a:pt x="41540" y="3930"/>
                  </a:cubicBezTo>
                  <a:lnTo>
                    <a:pt x="41540" y="1341"/>
                  </a:lnTo>
                  <a:cubicBezTo>
                    <a:pt x="41540" y="559"/>
                    <a:pt x="40899" y="1"/>
                    <a:pt x="402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6"/>
            <p:cNvSpPr/>
            <p:nvPr/>
          </p:nvSpPr>
          <p:spPr>
            <a:xfrm>
              <a:off x="2053950" y="353425"/>
              <a:ext cx="1251100" cy="714725"/>
            </a:xfrm>
            <a:custGeom>
              <a:rect b="b" l="l" r="r" t="t"/>
              <a:pathLst>
                <a:path extrusionOk="0" h="28589" w="50044">
                  <a:moveTo>
                    <a:pt x="48969" y="0"/>
                  </a:moveTo>
                  <a:lnTo>
                    <a:pt x="0" y="27953"/>
                  </a:lnTo>
                  <a:lnTo>
                    <a:pt x="1075" y="28588"/>
                  </a:lnTo>
                  <a:lnTo>
                    <a:pt x="50044" y="637"/>
                  </a:lnTo>
                  <a:lnTo>
                    <a:pt x="489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6"/>
            <p:cNvSpPr/>
            <p:nvPr/>
          </p:nvSpPr>
          <p:spPr>
            <a:xfrm>
              <a:off x="1858050" y="938825"/>
              <a:ext cx="222775" cy="129400"/>
            </a:xfrm>
            <a:custGeom>
              <a:rect b="b" l="l" r="r" t="t"/>
              <a:pathLst>
                <a:path extrusionOk="0" h="5176" w="8911">
                  <a:moveTo>
                    <a:pt x="1" y="0"/>
                  </a:moveTo>
                  <a:lnTo>
                    <a:pt x="1" y="0"/>
                  </a:lnTo>
                  <a:cubicBezTo>
                    <a:pt x="1369" y="4927"/>
                    <a:pt x="7481" y="5175"/>
                    <a:pt x="8699" y="5175"/>
                  </a:cubicBezTo>
                  <a:cubicBezTo>
                    <a:pt x="8836" y="5175"/>
                    <a:pt x="8911" y="5172"/>
                    <a:pt x="8911" y="5172"/>
                  </a:cubicBezTo>
                  <a:lnTo>
                    <a:pt x="8628" y="4080"/>
                  </a:lnTo>
                  <a:cubicBezTo>
                    <a:pt x="3589" y="3033"/>
                    <a:pt x="1636" y="313"/>
                    <a:pt x="1636" y="31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6"/>
            <p:cNvSpPr/>
            <p:nvPr/>
          </p:nvSpPr>
          <p:spPr>
            <a:xfrm>
              <a:off x="2282150" y="838675"/>
              <a:ext cx="1159925" cy="2466625"/>
            </a:xfrm>
            <a:custGeom>
              <a:rect b="b" l="l" r="r" t="t"/>
              <a:pathLst>
                <a:path extrusionOk="0" h="98665" w="46397">
                  <a:moveTo>
                    <a:pt x="46397" y="0"/>
                  </a:moveTo>
                  <a:lnTo>
                    <a:pt x="0" y="26787"/>
                  </a:lnTo>
                  <a:lnTo>
                    <a:pt x="0" y="98664"/>
                  </a:lnTo>
                  <a:lnTo>
                    <a:pt x="46397" y="71876"/>
                  </a:lnTo>
                  <a:lnTo>
                    <a:pt x="46397" y="0"/>
                  </a:lnTo>
                  <a:close/>
                </a:path>
              </a:pathLst>
            </a:custGeom>
            <a:solidFill>
              <a:srgbClr val="F08BBA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6"/>
            <p:cNvSpPr/>
            <p:nvPr/>
          </p:nvSpPr>
          <p:spPr>
            <a:xfrm>
              <a:off x="2245300" y="816850"/>
              <a:ext cx="1196775" cy="691500"/>
            </a:xfrm>
            <a:custGeom>
              <a:rect b="b" l="l" r="r" t="t"/>
              <a:pathLst>
                <a:path extrusionOk="0" h="27660" w="47871">
                  <a:moveTo>
                    <a:pt x="46397" y="1"/>
                  </a:moveTo>
                  <a:lnTo>
                    <a:pt x="0" y="26788"/>
                  </a:lnTo>
                  <a:lnTo>
                    <a:pt x="1474" y="27660"/>
                  </a:lnTo>
                  <a:lnTo>
                    <a:pt x="47871" y="873"/>
                  </a:lnTo>
                  <a:lnTo>
                    <a:pt x="463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6"/>
            <p:cNvSpPr/>
            <p:nvPr/>
          </p:nvSpPr>
          <p:spPr>
            <a:xfrm>
              <a:off x="2267125" y="905675"/>
              <a:ext cx="1382725" cy="781225"/>
            </a:xfrm>
            <a:custGeom>
              <a:rect b="b" l="l" r="r" t="t"/>
              <a:pathLst>
                <a:path extrusionOk="0" h="31249" w="55309">
                  <a:moveTo>
                    <a:pt x="45776" y="0"/>
                  </a:moveTo>
                  <a:lnTo>
                    <a:pt x="2331" y="24693"/>
                  </a:lnTo>
                  <a:cubicBezTo>
                    <a:pt x="1" y="30956"/>
                    <a:pt x="8284" y="31249"/>
                    <a:pt x="9856" y="31249"/>
                  </a:cubicBezTo>
                  <a:cubicBezTo>
                    <a:pt x="10019" y="31249"/>
                    <a:pt x="10110" y="31246"/>
                    <a:pt x="10110" y="31246"/>
                  </a:cubicBezTo>
                  <a:lnTo>
                    <a:pt x="55308" y="5405"/>
                  </a:lnTo>
                  <a:cubicBezTo>
                    <a:pt x="45482" y="4225"/>
                    <a:pt x="45776" y="0"/>
                    <a:pt x="457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6"/>
            <p:cNvSpPr/>
            <p:nvPr/>
          </p:nvSpPr>
          <p:spPr>
            <a:xfrm>
              <a:off x="2245300" y="1486525"/>
              <a:ext cx="305500" cy="1974775"/>
            </a:xfrm>
            <a:custGeom>
              <a:rect b="b" l="l" r="r" t="t"/>
              <a:pathLst>
                <a:path extrusionOk="0" h="78991" w="12220">
                  <a:moveTo>
                    <a:pt x="0" y="1"/>
                  </a:moveTo>
                  <a:lnTo>
                    <a:pt x="0" y="71878"/>
                  </a:lnTo>
                  <a:cubicBezTo>
                    <a:pt x="2025" y="78455"/>
                    <a:pt x="9226" y="78990"/>
                    <a:pt x="11515" y="78990"/>
                  </a:cubicBezTo>
                  <a:cubicBezTo>
                    <a:pt x="11960" y="78990"/>
                    <a:pt x="12220" y="78970"/>
                    <a:pt x="12220" y="78970"/>
                  </a:cubicBezTo>
                  <a:lnTo>
                    <a:pt x="12220" y="7094"/>
                  </a:lnTo>
                  <a:cubicBezTo>
                    <a:pt x="12220" y="7094"/>
                    <a:pt x="2583" y="6006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6"/>
            <p:cNvSpPr/>
            <p:nvPr/>
          </p:nvSpPr>
          <p:spPr>
            <a:xfrm>
              <a:off x="2550775" y="994200"/>
              <a:ext cx="1159975" cy="2466600"/>
            </a:xfrm>
            <a:custGeom>
              <a:rect b="b" l="l" r="r" t="t"/>
              <a:pathLst>
                <a:path extrusionOk="0" h="98664" w="46399">
                  <a:moveTo>
                    <a:pt x="46399" y="0"/>
                  </a:moveTo>
                  <a:lnTo>
                    <a:pt x="1" y="26787"/>
                  </a:lnTo>
                  <a:lnTo>
                    <a:pt x="1" y="98663"/>
                  </a:lnTo>
                  <a:lnTo>
                    <a:pt x="46399" y="71876"/>
                  </a:lnTo>
                  <a:lnTo>
                    <a:pt x="463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6"/>
            <p:cNvSpPr/>
            <p:nvPr/>
          </p:nvSpPr>
          <p:spPr>
            <a:xfrm>
              <a:off x="2678125" y="2506150"/>
              <a:ext cx="905275" cy="650325"/>
            </a:xfrm>
            <a:custGeom>
              <a:rect b="b" l="l" r="r" t="t"/>
              <a:pathLst>
                <a:path extrusionOk="0" h="26013" w="36211">
                  <a:moveTo>
                    <a:pt x="34372" y="0"/>
                  </a:moveTo>
                  <a:cubicBezTo>
                    <a:pt x="34066" y="0"/>
                    <a:pt x="33753" y="78"/>
                    <a:pt x="33457" y="249"/>
                  </a:cubicBezTo>
                  <a:lnTo>
                    <a:pt x="919" y="19035"/>
                  </a:lnTo>
                  <a:cubicBezTo>
                    <a:pt x="351" y="19363"/>
                    <a:pt x="1" y="19968"/>
                    <a:pt x="1" y="20624"/>
                  </a:cubicBezTo>
                  <a:lnTo>
                    <a:pt x="1" y="24174"/>
                  </a:lnTo>
                  <a:cubicBezTo>
                    <a:pt x="1" y="25246"/>
                    <a:pt x="881" y="26013"/>
                    <a:pt x="1839" y="26013"/>
                  </a:cubicBezTo>
                  <a:cubicBezTo>
                    <a:pt x="2145" y="26013"/>
                    <a:pt x="2459" y="25935"/>
                    <a:pt x="2754" y="25764"/>
                  </a:cubicBezTo>
                  <a:lnTo>
                    <a:pt x="35293" y="6979"/>
                  </a:lnTo>
                  <a:cubicBezTo>
                    <a:pt x="35860" y="6650"/>
                    <a:pt x="36210" y="6044"/>
                    <a:pt x="36210" y="5389"/>
                  </a:cubicBezTo>
                  <a:lnTo>
                    <a:pt x="36210" y="1839"/>
                  </a:lnTo>
                  <a:cubicBezTo>
                    <a:pt x="36210" y="767"/>
                    <a:pt x="35331" y="0"/>
                    <a:pt x="343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6"/>
            <p:cNvSpPr/>
            <p:nvPr/>
          </p:nvSpPr>
          <p:spPr>
            <a:xfrm>
              <a:off x="2513950" y="972400"/>
              <a:ext cx="1196800" cy="691475"/>
            </a:xfrm>
            <a:custGeom>
              <a:rect b="b" l="l" r="r" t="t"/>
              <a:pathLst>
                <a:path extrusionOk="0" h="27659" w="47872">
                  <a:moveTo>
                    <a:pt x="46398" y="0"/>
                  </a:moveTo>
                  <a:lnTo>
                    <a:pt x="1" y="26787"/>
                  </a:lnTo>
                  <a:lnTo>
                    <a:pt x="1474" y="27659"/>
                  </a:lnTo>
                  <a:lnTo>
                    <a:pt x="47872" y="872"/>
                  </a:lnTo>
                  <a:lnTo>
                    <a:pt x="463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6"/>
            <p:cNvSpPr/>
            <p:nvPr/>
          </p:nvSpPr>
          <p:spPr>
            <a:xfrm>
              <a:off x="2859650" y="1774775"/>
              <a:ext cx="616400" cy="795775"/>
            </a:xfrm>
            <a:custGeom>
              <a:rect b="b" l="l" r="r" t="t"/>
              <a:pathLst>
                <a:path extrusionOk="0" h="31831" w="24656">
                  <a:moveTo>
                    <a:pt x="17841" y="0"/>
                  </a:moveTo>
                  <a:cubicBezTo>
                    <a:pt x="16145" y="0"/>
                    <a:pt x="14260" y="565"/>
                    <a:pt x="12328" y="1680"/>
                  </a:cubicBezTo>
                  <a:cubicBezTo>
                    <a:pt x="9058" y="3568"/>
                    <a:pt x="5922" y="6878"/>
                    <a:pt x="3610" y="10883"/>
                  </a:cubicBezTo>
                  <a:cubicBezTo>
                    <a:pt x="1298" y="14887"/>
                    <a:pt x="0" y="19258"/>
                    <a:pt x="0" y="23034"/>
                  </a:cubicBezTo>
                  <a:cubicBezTo>
                    <a:pt x="0" y="26808"/>
                    <a:pt x="1298" y="29680"/>
                    <a:pt x="3610" y="31015"/>
                  </a:cubicBezTo>
                  <a:cubicBezTo>
                    <a:pt x="4556" y="31560"/>
                    <a:pt x="5639" y="31831"/>
                    <a:pt x="6813" y="31831"/>
                  </a:cubicBezTo>
                  <a:cubicBezTo>
                    <a:pt x="8510" y="31831"/>
                    <a:pt x="10395" y="31266"/>
                    <a:pt x="12328" y="30150"/>
                  </a:cubicBezTo>
                  <a:cubicBezTo>
                    <a:pt x="15597" y="28264"/>
                    <a:pt x="18733" y="24953"/>
                    <a:pt x="21045" y="20949"/>
                  </a:cubicBezTo>
                  <a:cubicBezTo>
                    <a:pt x="23357" y="16944"/>
                    <a:pt x="24655" y="12573"/>
                    <a:pt x="24655" y="8798"/>
                  </a:cubicBezTo>
                  <a:cubicBezTo>
                    <a:pt x="24655" y="5022"/>
                    <a:pt x="23357" y="2152"/>
                    <a:pt x="21045" y="817"/>
                  </a:cubicBezTo>
                  <a:cubicBezTo>
                    <a:pt x="20099" y="271"/>
                    <a:pt x="19016" y="0"/>
                    <a:pt x="17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6"/>
            <p:cNvSpPr/>
            <p:nvPr/>
          </p:nvSpPr>
          <p:spPr>
            <a:xfrm>
              <a:off x="2245300" y="1486525"/>
              <a:ext cx="305500" cy="177475"/>
            </a:xfrm>
            <a:custGeom>
              <a:rect b="b" l="l" r="r" t="t"/>
              <a:pathLst>
                <a:path extrusionOk="0" h="7099" w="12220">
                  <a:moveTo>
                    <a:pt x="0" y="1"/>
                  </a:moveTo>
                  <a:lnTo>
                    <a:pt x="0" y="1"/>
                  </a:lnTo>
                  <a:cubicBezTo>
                    <a:pt x="1877" y="6758"/>
                    <a:pt x="10261" y="7098"/>
                    <a:pt x="11930" y="7098"/>
                  </a:cubicBezTo>
                  <a:cubicBezTo>
                    <a:pt x="12117" y="7098"/>
                    <a:pt x="12220" y="7094"/>
                    <a:pt x="12220" y="7094"/>
                  </a:cubicBezTo>
                  <a:lnTo>
                    <a:pt x="11833" y="5595"/>
                  </a:lnTo>
                  <a:cubicBezTo>
                    <a:pt x="4921" y="4160"/>
                    <a:pt x="2243" y="430"/>
                    <a:pt x="2243" y="4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6"/>
            <p:cNvSpPr/>
            <p:nvPr/>
          </p:nvSpPr>
          <p:spPr>
            <a:xfrm>
              <a:off x="2616475" y="1352500"/>
              <a:ext cx="385775" cy="714975"/>
            </a:xfrm>
            <a:custGeom>
              <a:rect b="b" l="l" r="r" t="t"/>
              <a:pathLst>
                <a:path extrusionOk="0" h="28599" w="15431">
                  <a:moveTo>
                    <a:pt x="9740" y="1"/>
                  </a:moveTo>
                  <a:cubicBezTo>
                    <a:pt x="8564" y="1"/>
                    <a:pt x="7716" y="167"/>
                    <a:pt x="7716" y="167"/>
                  </a:cubicBezTo>
                  <a:lnTo>
                    <a:pt x="0" y="5171"/>
                  </a:lnTo>
                  <a:cubicBezTo>
                    <a:pt x="5386" y="5237"/>
                    <a:pt x="6405" y="7406"/>
                    <a:pt x="6405" y="7406"/>
                  </a:cubicBezTo>
                  <a:lnTo>
                    <a:pt x="6405" y="28598"/>
                  </a:lnTo>
                  <a:lnTo>
                    <a:pt x="11208" y="18781"/>
                  </a:lnTo>
                  <a:lnTo>
                    <a:pt x="15431" y="22866"/>
                  </a:lnTo>
                  <a:lnTo>
                    <a:pt x="15431" y="2194"/>
                  </a:lnTo>
                  <a:cubicBezTo>
                    <a:pt x="13952" y="368"/>
                    <a:pt x="11486" y="1"/>
                    <a:pt x="97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6"/>
            <p:cNvSpPr/>
            <p:nvPr/>
          </p:nvSpPr>
          <p:spPr>
            <a:xfrm>
              <a:off x="2616475" y="1352500"/>
              <a:ext cx="385775" cy="185175"/>
            </a:xfrm>
            <a:custGeom>
              <a:rect b="b" l="l" r="r" t="t"/>
              <a:pathLst>
                <a:path extrusionOk="0" h="7407" w="15431">
                  <a:moveTo>
                    <a:pt x="9740" y="1"/>
                  </a:moveTo>
                  <a:cubicBezTo>
                    <a:pt x="8564" y="1"/>
                    <a:pt x="7716" y="167"/>
                    <a:pt x="7716" y="167"/>
                  </a:cubicBezTo>
                  <a:lnTo>
                    <a:pt x="0" y="5171"/>
                  </a:lnTo>
                  <a:cubicBezTo>
                    <a:pt x="5386" y="5237"/>
                    <a:pt x="6405" y="7406"/>
                    <a:pt x="6405" y="7406"/>
                  </a:cubicBezTo>
                  <a:lnTo>
                    <a:pt x="15431" y="2194"/>
                  </a:lnTo>
                  <a:cubicBezTo>
                    <a:pt x="13952" y="368"/>
                    <a:pt x="11485" y="1"/>
                    <a:pt x="97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6"/>
            <p:cNvSpPr/>
            <p:nvPr/>
          </p:nvSpPr>
          <p:spPr>
            <a:xfrm>
              <a:off x="2476775" y="4676025"/>
              <a:ext cx="405050" cy="270125"/>
            </a:xfrm>
            <a:custGeom>
              <a:rect b="b" l="l" r="r" t="t"/>
              <a:pathLst>
                <a:path extrusionOk="0" h="10805" w="16202">
                  <a:moveTo>
                    <a:pt x="12067" y="1"/>
                  </a:moveTo>
                  <a:lnTo>
                    <a:pt x="0" y="6606"/>
                  </a:lnTo>
                  <a:cubicBezTo>
                    <a:pt x="0" y="6606"/>
                    <a:pt x="1075" y="10416"/>
                    <a:pt x="7283" y="10804"/>
                  </a:cubicBezTo>
                  <a:lnTo>
                    <a:pt x="16202" y="5402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6"/>
            <p:cNvSpPr/>
            <p:nvPr/>
          </p:nvSpPr>
          <p:spPr>
            <a:xfrm>
              <a:off x="2476775" y="4654525"/>
              <a:ext cx="405025" cy="270150"/>
            </a:xfrm>
            <a:custGeom>
              <a:rect b="b" l="l" r="r" t="t"/>
              <a:pathLst>
                <a:path extrusionOk="0" h="10806" w="16201">
                  <a:moveTo>
                    <a:pt x="12065" y="1"/>
                  </a:moveTo>
                  <a:lnTo>
                    <a:pt x="0" y="6607"/>
                  </a:lnTo>
                  <a:cubicBezTo>
                    <a:pt x="0" y="6607"/>
                    <a:pt x="1075" y="10417"/>
                    <a:pt x="7283" y="10805"/>
                  </a:cubicBezTo>
                  <a:lnTo>
                    <a:pt x="16201" y="5402"/>
                  </a:lnTo>
                  <a:lnTo>
                    <a:pt x="120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6"/>
            <p:cNvSpPr/>
            <p:nvPr/>
          </p:nvSpPr>
          <p:spPr>
            <a:xfrm>
              <a:off x="1527225" y="3403875"/>
              <a:ext cx="2501050" cy="1464525"/>
            </a:xfrm>
            <a:custGeom>
              <a:rect b="b" l="l" r="r" t="t"/>
              <a:pathLst>
                <a:path extrusionOk="0" h="58581" w="100042">
                  <a:moveTo>
                    <a:pt x="59181" y="1"/>
                  </a:moveTo>
                  <a:cubicBezTo>
                    <a:pt x="58400" y="1"/>
                    <a:pt x="57577" y="191"/>
                    <a:pt x="56934" y="562"/>
                  </a:cubicBezTo>
                  <a:lnTo>
                    <a:pt x="1019" y="32845"/>
                  </a:lnTo>
                  <a:cubicBezTo>
                    <a:pt x="320" y="33248"/>
                    <a:pt x="1" y="33772"/>
                    <a:pt x="62" y="34256"/>
                  </a:cubicBezTo>
                  <a:lnTo>
                    <a:pt x="53" y="34253"/>
                  </a:lnTo>
                  <a:lnTo>
                    <a:pt x="53" y="34870"/>
                  </a:lnTo>
                  <a:lnTo>
                    <a:pt x="53" y="34885"/>
                  </a:lnTo>
                  <a:lnTo>
                    <a:pt x="62" y="35087"/>
                  </a:lnTo>
                  <a:cubicBezTo>
                    <a:pt x="99" y="35424"/>
                    <a:pt x="313" y="35742"/>
                    <a:pt x="733" y="35985"/>
                  </a:cubicBezTo>
                  <a:lnTo>
                    <a:pt x="39182" y="58184"/>
                  </a:lnTo>
                  <a:cubicBezTo>
                    <a:pt x="39644" y="58450"/>
                    <a:pt x="40262" y="58581"/>
                    <a:pt x="40909" y="58581"/>
                  </a:cubicBezTo>
                  <a:cubicBezTo>
                    <a:pt x="41689" y="58581"/>
                    <a:pt x="42512" y="58391"/>
                    <a:pt x="43154" y="58019"/>
                  </a:cubicBezTo>
                  <a:lnTo>
                    <a:pt x="99071" y="25735"/>
                  </a:lnTo>
                  <a:cubicBezTo>
                    <a:pt x="99696" y="25374"/>
                    <a:pt x="100014" y="24917"/>
                    <a:pt x="100033" y="24477"/>
                  </a:cubicBezTo>
                  <a:lnTo>
                    <a:pt x="100042" y="24476"/>
                  </a:lnTo>
                  <a:lnTo>
                    <a:pt x="100042" y="23446"/>
                  </a:lnTo>
                  <a:lnTo>
                    <a:pt x="100025" y="23448"/>
                  </a:lnTo>
                  <a:cubicBezTo>
                    <a:pt x="99973" y="23128"/>
                    <a:pt x="99757" y="22827"/>
                    <a:pt x="99356" y="22596"/>
                  </a:cubicBezTo>
                  <a:lnTo>
                    <a:pt x="60907" y="397"/>
                  </a:lnTo>
                  <a:cubicBezTo>
                    <a:pt x="60445" y="131"/>
                    <a:pt x="59828" y="1"/>
                    <a:pt x="591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6"/>
            <p:cNvSpPr/>
            <p:nvPr/>
          </p:nvSpPr>
          <p:spPr>
            <a:xfrm>
              <a:off x="1520075" y="3403875"/>
              <a:ext cx="2516500" cy="1443375"/>
            </a:xfrm>
            <a:custGeom>
              <a:rect b="b" l="l" r="r" t="t"/>
              <a:pathLst>
                <a:path extrusionOk="0" h="57735" w="100660">
                  <a:moveTo>
                    <a:pt x="59467" y="1"/>
                  </a:moveTo>
                  <a:cubicBezTo>
                    <a:pt x="58686" y="1"/>
                    <a:pt x="57863" y="191"/>
                    <a:pt x="57220" y="562"/>
                  </a:cubicBezTo>
                  <a:lnTo>
                    <a:pt x="1305" y="32845"/>
                  </a:lnTo>
                  <a:cubicBezTo>
                    <a:pt x="129" y="33524"/>
                    <a:pt x="1" y="34551"/>
                    <a:pt x="1019" y="35138"/>
                  </a:cubicBezTo>
                  <a:lnTo>
                    <a:pt x="39468" y="57337"/>
                  </a:lnTo>
                  <a:cubicBezTo>
                    <a:pt x="39929" y="57604"/>
                    <a:pt x="40546" y="57734"/>
                    <a:pt x="41193" y="57734"/>
                  </a:cubicBezTo>
                  <a:cubicBezTo>
                    <a:pt x="41974" y="57734"/>
                    <a:pt x="42797" y="57544"/>
                    <a:pt x="43440" y="57172"/>
                  </a:cubicBezTo>
                  <a:lnTo>
                    <a:pt x="99357" y="24890"/>
                  </a:lnTo>
                  <a:cubicBezTo>
                    <a:pt x="100532" y="24210"/>
                    <a:pt x="100659" y="23183"/>
                    <a:pt x="99642" y="22596"/>
                  </a:cubicBezTo>
                  <a:lnTo>
                    <a:pt x="61193" y="397"/>
                  </a:lnTo>
                  <a:cubicBezTo>
                    <a:pt x="60731" y="131"/>
                    <a:pt x="60114" y="1"/>
                    <a:pt x="594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6"/>
            <p:cNvSpPr/>
            <p:nvPr/>
          </p:nvSpPr>
          <p:spPr>
            <a:xfrm>
              <a:off x="1649275" y="4196075"/>
              <a:ext cx="975800" cy="626050"/>
            </a:xfrm>
            <a:custGeom>
              <a:rect b="b" l="l" r="r" t="t"/>
              <a:pathLst>
                <a:path extrusionOk="0" h="25042" w="39032">
                  <a:moveTo>
                    <a:pt x="0" y="0"/>
                  </a:moveTo>
                  <a:lnTo>
                    <a:pt x="0" y="2506"/>
                  </a:lnTo>
                  <a:lnTo>
                    <a:pt x="39031" y="25042"/>
                  </a:lnTo>
                  <a:lnTo>
                    <a:pt x="39031" y="22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6"/>
            <p:cNvSpPr/>
            <p:nvPr/>
          </p:nvSpPr>
          <p:spPr>
            <a:xfrm>
              <a:off x="2580650" y="4011925"/>
              <a:ext cx="2501025" cy="1464525"/>
            </a:xfrm>
            <a:custGeom>
              <a:rect b="b" l="l" r="r" t="t"/>
              <a:pathLst>
                <a:path extrusionOk="0" h="58581" w="100041">
                  <a:moveTo>
                    <a:pt x="59180" y="0"/>
                  </a:moveTo>
                  <a:cubicBezTo>
                    <a:pt x="58400" y="0"/>
                    <a:pt x="57577" y="191"/>
                    <a:pt x="56934" y="562"/>
                  </a:cubicBezTo>
                  <a:lnTo>
                    <a:pt x="1017" y="32845"/>
                  </a:lnTo>
                  <a:cubicBezTo>
                    <a:pt x="320" y="33249"/>
                    <a:pt x="1" y="33773"/>
                    <a:pt x="62" y="34257"/>
                  </a:cubicBezTo>
                  <a:lnTo>
                    <a:pt x="53" y="34253"/>
                  </a:lnTo>
                  <a:lnTo>
                    <a:pt x="53" y="34871"/>
                  </a:lnTo>
                  <a:lnTo>
                    <a:pt x="53" y="34885"/>
                  </a:lnTo>
                  <a:lnTo>
                    <a:pt x="62" y="35088"/>
                  </a:lnTo>
                  <a:cubicBezTo>
                    <a:pt x="98" y="35424"/>
                    <a:pt x="312" y="35743"/>
                    <a:pt x="733" y="35985"/>
                  </a:cubicBezTo>
                  <a:lnTo>
                    <a:pt x="39182" y="58184"/>
                  </a:lnTo>
                  <a:cubicBezTo>
                    <a:pt x="39643" y="58450"/>
                    <a:pt x="40260" y="58581"/>
                    <a:pt x="40907" y="58581"/>
                  </a:cubicBezTo>
                  <a:cubicBezTo>
                    <a:pt x="41688" y="58581"/>
                    <a:pt x="42511" y="58391"/>
                    <a:pt x="43154" y="58020"/>
                  </a:cubicBezTo>
                  <a:lnTo>
                    <a:pt x="99070" y="25736"/>
                  </a:lnTo>
                  <a:cubicBezTo>
                    <a:pt x="99695" y="25374"/>
                    <a:pt x="100014" y="24916"/>
                    <a:pt x="100032" y="24477"/>
                  </a:cubicBezTo>
                  <a:lnTo>
                    <a:pt x="100041" y="24475"/>
                  </a:lnTo>
                  <a:lnTo>
                    <a:pt x="100041" y="23446"/>
                  </a:lnTo>
                  <a:lnTo>
                    <a:pt x="100024" y="23448"/>
                  </a:lnTo>
                  <a:cubicBezTo>
                    <a:pt x="99973" y="23128"/>
                    <a:pt x="99756" y="22828"/>
                    <a:pt x="99355" y="22596"/>
                  </a:cubicBezTo>
                  <a:lnTo>
                    <a:pt x="60906" y="398"/>
                  </a:lnTo>
                  <a:cubicBezTo>
                    <a:pt x="60445" y="131"/>
                    <a:pt x="59827" y="0"/>
                    <a:pt x="591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6"/>
            <p:cNvSpPr/>
            <p:nvPr/>
          </p:nvSpPr>
          <p:spPr>
            <a:xfrm>
              <a:off x="2573500" y="4011925"/>
              <a:ext cx="2516500" cy="1443375"/>
            </a:xfrm>
            <a:custGeom>
              <a:rect b="b" l="l" r="r" t="t"/>
              <a:pathLst>
                <a:path extrusionOk="0" h="57735" w="100660">
                  <a:moveTo>
                    <a:pt x="59467" y="1"/>
                  </a:moveTo>
                  <a:cubicBezTo>
                    <a:pt x="58687" y="1"/>
                    <a:pt x="57863" y="191"/>
                    <a:pt x="57220" y="562"/>
                  </a:cubicBezTo>
                  <a:lnTo>
                    <a:pt x="1303" y="32845"/>
                  </a:lnTo>
                  <a:cubicBezTo>
                    <a:pt x="129" y="33525"/>
                    <a:pt x="1" y="34551"/>
                    <a:pt x="1019" y="35139"/>
                  </a:cubicBezTo>
                  <a:lnTo>
                    <a:pt x="39468" y="57338"/>
                  </a:lnTo>
                  <a:cubicBezTo>
                    <a:pt x="39929" y="57604"/>
                    <a:pt x="40546" y="57734"/>
                    <a:pt x="41193" y="57734"/>
                  </a:cubicBezTo>
                  <a:cubicBezTo>
                    <a:pt x="41974" y="57734"/>
                    <a:pt x="42797" y="57544"/>
                    <a:pt x="43440" y="57173"/>
                  </a:cubicBezTo>
                  <a:lnTo>
                    <a:pt x="99356" y="24889"/>
                  </a:lnTo>
                  <a:cubicBezTo>
                    <a:pt x="100531" y="24211"/>
                    <a:pt x="100659" y="23184"/>
                    <a:pt x="99641" y="22596"/>
                  </a:cubicBezTo>
                  <a:lnTo>
                    <a:pt x="61192" y="398"/>
                  </a:lnTo>
                  <a:cubicBezTo>
                    <a:pt x="60731" y="131"/>
                    <a:pt x="60114" y="1"/>
                    <a:pt x="59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6"/>
            <p:cNvSpPr/>
            <p:nvPr/>
          </p:nvSpPr>
          <p:spPr>
            <a:xfrm>
              <a:off x="2625050" y="4759450"/>
              <a:ext cx="975825" cy="626050"/>
            </a:xfrm>
            <a:custGeom>
              <a:rect b="b" l="l" r="r" t="t"/>
              <a:pathLst>
                <a:path extrusionOk="0" h="25042" w="39033">
                  <a:moveTo>
                    <a:pt x="0" y="0"/>
                  </a:moveTo>
                  <a:lnTo>
                    <a:pt x="0" y="2507"/>
                  </a:lnTo>
                  <a:lnTo>
                    <a:pt x="39032" y="25041"/>
                  </a:lnTo>
                  <a:lnTo>
                    <a:pt x="39032" y="22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6"/>
            <p:cNvSpPr/>
            <p:nvPr/>
          </p:nvSpPr>
          <p:spPr>
            <a:xfrm>
              <a:off x="3600850" y="4537625"/>
              <a:ext cx="1359950" cy="847875"/>
            </a:xfrm>
            <a:custGeom>
              <a:rect b="b" l="l" r="r" t="t"/>
              <a:pathLst>
                <a:path extrusionOk="0" h="33915" w="54398">
                  <a:moveTo>
                    <a:pt x="54398" y="1"/>
                  </a:moveTo>
                  <a:lnTo>
                    <a:pt x="0" y="31408"/>
                  </a:lnTo>
                  <a:lnTo>
                    <a:pt x="0" y="33914"/>
                  </a:lnTo>
                  <a:lnTo>
                    <a:pt x="54398" y="2507"/>
                  </a:lnTo>
                  <a:lnTo>
                    <a:pt x="54398" y="1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6"/>
            <p:cNvSpPr/>
            <p:nvPr/>
          </p:nvSpPr>
          <p:spPr>
            <a:xfrm>
              <a:off x="2625050" y="3974275"/>
              <a:ext cx="2335750" cy="1348550"/>
            </a:xfrm>
            <a:custGeom>
              <a:rect b="b" l="l" r="r" t="t"/>
              <a:pathLst>
                <a:path extrusionOk="0" h="53942" w="93430">
                  <a:moveTo>
                    <a:pt x="54399" y="0"/>
                  </a:moveTo>
                  <a:lnTo>
                    <a:pt x="0" y="31407"/>
                  </a:lnTo>
                  <a:lnTo>
                    <a:pt x="39032" y="53942"/>
                  </a:lnTo>
                  <a:lnTo>
                    <a:pt x="93430" y="22535"/>
                  </a:lnTo>
                  <a:lnTo>
                    <a:pt x="543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6"/>
            <p:cNvSpPr/>
            <p:nvPr/>
          </p:nvSpPr>
          <p:spPr>
            <a:xfrm>
              <a:off x="1649275" y="3410900"/>
              <a:ext cx="2335750" cy="1348575"/>
            </a:xfrm>
            <a:custGeom>
              <a:rect b="b" l="l" r="r" t="t"/>
              <a:pathLst>
                <a:path extrusionOk="0" h="53943" w="93430">
                  <a:moveTo>
                    <a:pt x="54398" y="0"/>
                  </a:moveTo>
                  <a:lnTo>
                    <a:pt x="0" y="31407"/>
                  </a:lnTo>
                  <a:lnTo>
                    <a:pt x="39031" y="53942"/>
                  </a:lnTo>
                  <a:lnTo>
                    <a:pt x="93430" y="22535"/>
                  </a:lnTo>
                  <a:lnTo>
                    <a:pt x="543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6"/>
            <p:cNvSpPr/>
            <p:nvPr/>
          </p:nvSpPr>
          <p:spPr>
            <a:xfrm>
              <a:off x="2625050" y="3974275"/>
              <a:ext cx="2304525" cy="1295400"/>
            </a:xfrm>
            <a:custGeom>
              <a:rect b="b" l="l" r="r" t="t"/>
              <a:pathLst>
                <a:path extrusionOk="0" h="51816" w="92181">
                  <a:moveTo>
                    <a:pt x="54399" y="0"/>
                  </a:moveTo>
                  <a:lnTo>
                    <a:pt x="0" y="31407"/>
                  </a:lnTo>
                  <a:cubicBezTo>
                    <a:pt x="0" y="31407"/>
                    <a:pt x="240" y="31393"/>
                    <a:pt x="691" y="31393"/>
                  </a:cubicBezTo>
                  <a:cubicBezTo>
                    <a:pt x="4516" y="31393"/>
                    <a:pt x="23498" y="32414"/>
                    <a:pt x="39032" y="51816"/>
                  </a:cubicBezTo>
                  <a:lnTo>
                    <a:pt x="92181" y="21814"/>
                  </a:lnTo>
                  <a:cubicBezTo>
                    <a:pt x="92181" y="21814"/>
                    <a:pt x="83649" y="6043"/>
                    <a:pt x="54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6"/>
            <p:cNvSpPr/>
            <p:nvPr/>
          </p:nvSpPr>
          <p:spPr>
            <a:xfrm>
              <a:off x="1691175" y="3440775"/>
              <a:ext cx="2293850" cy="1318700"/>
            </a:xfrm>
            <a:custGeom>
              <a:rect b="b" l="l" r="r" t="t"/>
              <a:pathLst>
                <a:path extrusionOk="0" h="52748" w="91754">
                  <a:moveTo>
                    <a:pt x="54959" y="1"/>
                  </a:moveTo>
                  <a:cubicBezTo>
                    <a:pt x="53509" y="1"/>
                    <a:pt x="52693" y="118"/>
                    <a:pt x="52693" y="118"/>
                  </a:cubicBezTo>
                  <a:lnTo>
                    <a:pt x="1" y="30212"/>
                  </a:lnTo>
                  <a:cubicBezTo>
                    <a:pt x="21215" y="33927"/>
                    <a:pt x="37355" y="52747"/>
                    <a:pt x="37355" y="52747"/>
                  </a:cubicBezTo>
                  <a:lnTo>
                    <a:pt x="91754" y="21340"/>
                  </a:lnTo>
                  <a:cubicBezTo>
                    <a:pt x="77075" y="1925"/>
                    <a:pt x="60825" y="1"/>
                    <a:pt x="54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6"/>
            <p:cNvSpPr/>
            <p:nvPr/>
          </p:nvSpPr>
          <p:spPr>
            <a:xfrm>
              <a:off x="4028250" y="4034125"/>
              <a:ext cx="752025" cy="428450"/>
            </a:xfrm>
            <a:custGeom>
              <a:rect b="b" l="l" r="r" t="t"/>
              <a:pathLst>
                <a:path extrusionOk="0" fill="none" h="17138" w="30081">
                  <a:moveTo>
                    <a:pt x="30081" y="17137"/>
                  </a:moveTo>
                  <a:cubicBezTo>
                    <a:pt x="26830" y="13042"/>
                    <a:pt x="18164" y="4484"/>
                    <a:pt x="1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6"/>
            <p:cNvSpPr/>
            <p:nvPr/>
          </p:nvSpPr>
          <p:spPr>
            <a:xfrm>
              <a:off x="3913600" y="4099850"/>
              <a:ext cx="752025" cy="428400"/>
            </a:xfrm>
            <a:custGeom>
              <a:rect b="b" l="l" r="r" t="t"/>
              <a:pathLst>
                <a:path extrusionOk="0" fill="none" h="17136" w="30081">
                  <a:moveTo>
                    <a:pt x="30081" y="17136"/>
                  </a:moveTo>
                  <a:cubicBezTo>
                    <a:pt x="26830" y="13042"/>
                    <a:pt x="18164" y="4482"/>
                    <a:pt x="0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6"/>
            <p:cNvSpPr/>
            <p:nvPr/>
          </p:nvSpPr>
          <p:spPr>
            <a:xfrm>
              <a:off x="3798950" y="4165550"/>
              <a:ext cx="752050" cy="428425"/>
            </a:xfrm>
            <a:custGeom>
              <a:rect b="b" l="l" r="r" t="t"/>
              <a:pathLst>
                <a:path extrusionOk="0" fill="none" h="17137" w="30082">
                  <a:moveTo>
                    <a:pt x="30081" y="17137"/>
                  </a:moveTo>
                  <a:cubicBezTo>
                    <a:pt x="26831" y="13043"/>
                    <a:pt x="18164" y="4483"/>
                    <a:pt x="0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6"/>
            <p:cNvSpPr/>
            <p:nvPr/>
          </p:nvSpPr>
          <p:spPr>
            <a:xfrm>
              <a:off x="3684300" y="4231275"/>
              <a:ext cx="752025" cy="428425"/>
            </a:xfrm>
            <a:custGeom>
              <a:rect b="b" l="l" r="r" t="t"/>
              <a:pathLst>
                <a:path extrusionOk="0" fill="none" h="17137" w="30081">
                  <a:moveTo>
                    <a:pt x="30080" y="17137"/>
                  </a:moveTo>
                  <a:cubicBezTo>
                    <a:pt x="26831" y="13042"/>
                    <a:pt x="18164" y="4483"/>
                    <a:pt x="1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6"/>
            <p:cNvSpPr/>
            <p:nvPr/>
          </p:nvSpPr>
          <p:spPr>
            <a:xfrm>
              <a:off x="3569650" y="4297000"/>
              <a:ext cx="752025" cy="428425"/>
            </a:xfrm>
            <a:custGeom>
              <a:rect b="b" l="l" r="r" t="t"/>
              <a:pathLst>
                <a:path extrusionOk="0" fill="none" h="17137" w="30081">
                  <a:moveTo>
                    <a:pt x="30081" y="17136"/>
                  </a:moveTo>
                  <a:cubicBezTo>
                    <a:pt x="26830" y="13041"/>
                    <a:pt x="18164" y="4483"/>
                    <a:pt x="1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6"/>
            <p:cNvSpPr/>
            <p:nvPr/>
          </p:nvSpPr>
          <p:spPr>
            <a:xfrm>
              <a:off x="3455025" y="4362725"/>
              <a:ext cx="752000" cy="428425"/>
            </a:xfrm>
            <a:custGeom>
              <a:rect b="b" l="l" r="r" t="t"/>
              <a:pathLst>
                <a:path extrusionOk="0" fill="none" h="17137" w="30080">
                  <a:moveTo>
                    <a:pt x="30080" y="17136"/>
                  </a:moveTo>
                  <a:cubicBezTo>
                    <a:pt x="26829" y="13041"/>
                    <a:pt x="18163" y="4483"/>
                    <a:pt x="0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6"/>
            <p:cNvSpPr/>
            <p:nvPr/>
          </p:nvSpPr>
          <p:spPr>
            <a:xfrm>
              <a:off x="3340375" y="4428425"/>
              <a:ext cx="752025" cy="428450"/>
            </a:xfrm>
            <a:custGeom>
              <a:rect b="b" l="l" r="r" t="t"/>
              <a:pathLst>
                <a:path extrusionOk="0" fill="none" h="17138" w="30081">
                  <a:moveTo>
                    <a:pt x="30080" y="17137"/>
                  </a:moveTo>
                  <a:cubicBezTo>
                    <a:pt x="26830" y="13042"/>
                    <a:pt x="18163" y="4484"/>
                    <a:pt x="1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6"/>
            <p:cNvSpPr/>
            <p:nvPr/>
          </p:nvSpPr>
          <p:spPr>
            <a:xfrm>
              <a:off x="3225700" y="4494150"/>
              <a:ext cx="752050" cy="428400"/>
            </a:xfrm>
            <a:custGeom>
              <a:rect b="b" l="l" r="r" t="t"/>
              <a:pathLst>
                <a:path extrusionOk="0" fill="none" h="17136" w="30082">
                  <a:moveTo>
                    <a:pt x="30082" y="17136"/>
                  </a:moveTo>
                  <a:cubicBezTo>
                    <a:pt x="26831" y="13042"/>
                    <a:pt x="18164" y="4482"/>
                    <a:pt x="1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6"/>
            <p:cNvSpPr/>
            <p:nvPr/>
          </p:nvSpPr>
          <p:spPr>
            <a:xfrm>
              <a:off x="3111075" y="4559850"/>
              <a:ext cx="752025" cy="428425"/>
            </a:xfrm>
            <a:custGeom>
              <a:rect b="b" l="l" r="r" t="t"/>
              <a:pathLst>
                <a:path extrusionOk="0" fill="none" h="17137" w="30081">
                  <a:moveTo>
                    <a:pt x="30081" y="17137"/>
                  </a:moveTo>
                  <a:cubicBezTo>
                    <a:pt x="26830" y="13043"/>
                    <a:pt x="18164" y="4483"/>
                    <a:pt x="0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6"/>
            <p:cNvSpPr/>
            <p:nvPr/>
          </p:nvSpPr>
          <p:spPr>
            <a:xfrm>
              <a:off x="2996425" y="4625575"/>
              <a:ext cx="752000" cy="428425"/>
            </a:xfrm>
            <a:custGeom>
              <a:rect b="b" l="l" r="r" t="t"/>
              <a:pathLst>
                <a:path extrusionOk="0" fill="none" h="17137" w="30080">
                  <a:moveTo>
                    <a:pt x="30080" y="17136"/>
                  </a:moveTo>
                  <a:cubicBezTo>
                    <a:pt x="26830" y="13041"/>
                    <a:pt x="18164" y="4483"/>
                    <a:pt x="0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6"/>
            <p:cNvSpPr/>
            <p:nvPr/>
          </p:nvSpPr>
          <p:spPr>
            <a:xfrm>
              <a:off x="2881775" y="4691300"/>
              <a:ext cx="752025" cy="428425"/>
            </a:xfrm>
            <a:custGeom>
              <a:rect b="b" l="l" r="r" t="t"/>
              <a:pathLst>
                <a:path extrusionOk="0" fill="none" h="17137" w="30081">
                  <a:moveTo>
                    <a:pt x="30080" y="17136"/>
                  </a:moveTo>
                  <a:cubicBezTo>
                    <a:pt x="26831" y="13041"/>
                    <a:pt x="18163" y="4483"/>
                    <a:pt x="1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6"/>
            <p:cNvSpPr/>
            <p:nvPr/>
          </p:nvSpPr>
          <p:spPr>
            <a:xfrm>
              <a:off x="3008925" y="3497750"/>
              <a:ext cx="855550" cy="443225"/>
            </a:xfrm>
            <a:custGeom>
              <a:rect b="b" l="l" r="r" t="t"/>
              <a:pathLst>
                <a:path extrusionOk="0" fill="none" h="17729" w="34222">
                  <a:moveTo>
                    <a:pt x="34221" y="17728"/>
                  </a:moveTo>
                  <a:cubicBezTo>
                    <a:pt x="30971" y="13633"/>
                    <a:pt x="17499" y="2075"/>
                    <a:pt x="1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6"/>
            <p:cNvSpPr/>
            <p:nvPr/>
          </p:nvSpPr>
          <p:spPr>
            <a:xfrm>
              <a:off x="2897250" y="3563475"/>
              <a:ext cx="846650" cy="447650"/>
            </a:xfrm>
            <a:custGeom>
              <a:rect b="b" l="l" r="r" t="t"/>
              <a:pathLst>
                <a:path extrusionOk="0" fill="none" h="17906" w="33866">
                  <a:moveTo>
                    <a:pt x="33866" y="17905"/>
                  </a:moveTo>
                  <a:cubicBezTo>
                    <a:pt x="30615" y="13811"/>
                    <a:pt x="17700" y="2240"/>
                    <a:pt x="0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6"/>
            <p:cNvSpPr/>
            <p:nvPr/>
          </p:nvSpPr>
          <p:spPr>
            <a:xfrm>
              <a:off x="2785575" y="3629200"/>
              <a:ext cx="837750" cy="452075"/>
            </a:xfrm>
            <a:custGeom>
              <a:rect b="b" l="l" r="r" t="t"/>
              <a:pathLst>
                <a:path extrusionOk="0" fill="none" h="18083" w="33510">
                  <a:moveTo>
                    <a:pt x="33510" y="18083"/>
                  </a:moveTo>
                  <a:cubicBezTo>
                    <a:pt x="30260" y="13988"/>
                    <a:pt x="17899" y="2406"/>
                    <a:pt x="0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6"/>
            <p:cNvSpPr/>
            <p:nvPr/>
          </p:nvSpPr>
          <p:spPr>
            <a:xfrm>
              <a:off x="2673875" y="3694925"/>
              <a:ext cx="828900" cy="456500"/>
            </a:xfrm>
            <a:custGeom>
              <a:rect b="b" l="l" r="r" t="t"/>
              <a:pathLst>
                <a:path extrusionOk="0" fill="none" h="18260" w="33156">
                  <a:moveTo>
                    <a:pt x="33155" y="18260"/>
                  </a:moveTo>
                  <a:cubicBezTo>
                    <a:pt x="29906" y="14165"/>
                    <a:pt x="18101" y="2572"/>
                    <a:pt x="1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6"/>
            <p:cNvSpPr/>
            <p:nvPr/>
          </p:nvSpPr>
          <p:spPr>
            <a:xfrm>
              <a:off x="2562175" y="3760625"/>
              <a:ext cx="820050" cy="460950"/>
            </a:xfrm>
            <a:custGeom>
              <a:rect b="b" l="l" r="r" t="t"/>
              <a:pathLst>
                <a:path extrusionOk="0" fill="none" h="18438" w="32802">
                  <a:moveTo>
                    <a:pt x="32802" y="18437"/>
                  </a:moveTo>
                  <a:cubicBezTo>
                    <a:pt x="29551" y="14343"/>
                    <a:pt x="18301" y="2739"/>
                    <a:pt x="1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6"/>
            <p:cNvSpPr/>
            <p:nvPr/>
          </p:nvSpPr>
          <p:spPr>
            <a:xfrm>
              <a:off x="2450500" y="3826325"/>
              <a:ext cx="811175" cy="465425"/>
            </a:xfrm>
            <a:custGeom>
              <a:rect b="b" l="l" r="r" t="t"/>
              <a:pathLst>
                <a:path extrusionOk="0" fill="none" h="18617" w="32447">
                  <a:moveTo>
                    <a:pt x="32446" y="18616"/>
                  </a:moveTo>
                  <a:cubicBezTo>
                    <a:pt x="29195" y="14521"/>
                    <a:pt x="18502" y="2906"/>
                    <a:pt x="0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6"/>
            <p:cNvSpPr/>
            <p:nvPr/>
          </p:nvSpPr>
          <p:spPr>
            <a:xfrm>
              <a:off x="2338800" y="3892050"/>
              <a:ext cx="802300" cy="469825"/>
            </a:xfrm>
            <a:custGeom>
              <a:rect b="b" l="l" r="r" t="t"/>
              <a:pathLst>
                <a:path extrusionOk="0" fill="none" h="18793" w="32092">
                  <a:moveTo>
                    <a:pt x="32091" y="18793"/>
                  </a:moveTo>
                  <a:cubicBezTo>
                    <a:pt x="28841" y="14698"/>
                    <a:pt x="18702" y="3072"/>
                    <a:pt x="0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6"/>
            <p:cNvSpPr/>
            <p:nvPr/>
          </p:nvSpPr>
          <p:spPr>
            <a:xfrm>
              <a:off x="2227100" y="3957775"/>
              <a:ext cx="793425" cy="474250"/>
            </a:xfrm>
            <a:custGeom>
              <a:rect b="b" l="l" r="r" t="t"/>
              <a:pathLst>
                <a:path extrusionOk="0" fill="none" h="18970" w="31737">
                  <a:moveTo>
                    <a:pt x="31737" y="18970"/>
                  </a:moveTo>
                  <a:cubicBezTo>
                    <a:pt x="28487" y="14876"/>
                    <a:pt x="18904" y="3238"/>
                    <a:pt x="0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6"/>
            <p:cNvSpPr/>
            <p:nvPr/>
          </p:nvSpPr>
          <p:spPr>
            <a:xfrm>
              <a:off x="2115425" y="4023500"/>
              <a:ext cx="784550" cy="478675"/>
            </a:xfrm>
            <a:custGeom>
              <a:rect b="b" l="l" r="r" t="t"/>
              <a:pathLst>
                <a:path extrusionOk="0" fill="none" h="19147" w="31382">
                  <a:moveTo>
                    <a:pt x="31381" y="19146"/>
                  </a:moveTo>
                  <a:cubicBezTo>
                    <a:pt x="28131" y="15052"/>
                    <a:pt x="19105" y="3403"/>
                    <a:pt x="1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6"/>
            <p:cNvSpPr/>
            <p:nvPr/>
          </p:nvSpPr>
          <p:spPr>
            <a:xfrm>
              <a:off x="2003750" y="4089225"/>
              <a:ext cx="775675" cy="483125"/>
            </a:xfrm>
            <a:custGeom>
              <a:rect b="b" l="l" r="r" t="t"/>
              <a:pathLst>
                <a:path extrusionOk="0" fill="none" h="19325" w="31027">
                  <a:moveTo>
                    <a:pt x="31026" y="19324"/>
                  </a:moveTo>
                  <a:cubicBezTo>
                    <a:pt x="27776" y="15229"/>
                    <a:pt x="19304" y="3570"/>
                    <a:pt x="0" y="0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6"/>
            <p:cNvSpPr/>
            <p:nvPr/>
          </p:nvSpPr>
          <p:spPr>
            <a:xfrm>
              <a:off x="1892050" y="4154900"/>
              <a:ext cx="766800" cy="487575"/>
            </a:xfrm>
            <a:custGeom>
              <a:rect b="b" l="l" r="r" t="t"/>
              <a:pathLst>
                <a:path extrusionOk="0" fill="none" h="19503" w="30672">
                  <a:moveTo>
                    <a:pt x="30672" y="19503"/>
                  </a:moveTo>
                  <a:cubicBezTo>
                    <a:pt x="27421" y="15408"/>
                    <a:pt x="19505" y="3738"/>
                    <a:pt x="0" y="1"/>
                  </a:cubicBezTo>
                </a:path>
              </a:pathLst>
            </a:custGeom>
            <a:noFill/>
            <a:ln cap="rnd" cmpd="sng" w="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6"/>
            <p:cNvSpPr/>
            <p:nvPr/>
          </p:nvSpPr>
          <p:spPr>
            <a:xfrm>
              <a:off x="3427925" y="2705300"/>
              <a:ext cx="2197050" cy="1359825"/>
            </a:xfrm>
            <a:custGeom>
              <a:rect b="b" l="l" r="r" t="t"/>
              <a:pathLst>
                <a:path extrusionOk="0" h="54393" w="87882">
                  <a:moveTo>
                    <a:pt x="35851" y="0"/>
                  </a:moveTo>
                  <a:cubicBezTo>
                    <a:pt x="34254" y="0"/>
                    <a:pt x="32570" y="389"/>
                    <a:pt x="31255" y="1149"/>
                  </a:cubicBezTo>
                  <a:lnTo>
                    <a:pt x="2001" y="18038"/>
                  </a:lnTo>
                  <a:cubicBezTo>
                    <a:pt x="706" y="18786"/>
                    <a:pt x="39" y="19741"/>
                    <a:pt x="18" y="20649"/>
                  </a:cubicBezTo>
                  <a:lnTo>
                    <a:pt x="13" y="20649"/>
                  </a:lnTo>
                  <a:lnTo>
                    <a:pt x="13" y="24332"/>
                  </a:lnTo>
                  <a:lnTo>
                    <a:pt x="18" y="24332"/>
                  </a:lnTo>
                  <a:cubicBezTo>
                    <a:pt x="1" y="25111"/>
                    <a:pt x="457" y="25857"/>
                    <a:pt x="1418" y="26412"/>
                  </a:cubicBezTo>
                  <a:lnTo>
                    <a:pt x="48474" y="53581"/>
                  </a:lnTo>
                  <a:cubicBezTo>
                    <a:pt x="49418" y="54125"/>
                    <a:pt x="50680" y="54392"/>
                    <a:pt x="52003" y="54392"/>
                  </a:cubicBezTo>
                  <a:cubicBezTo>
                    <a:pt x="53600" y="54392"/>
                    <a:pt x="55284" y="54003"/>
                    <a:pt x="56599" y="53243"/>
                  </a:cubicBezTo>
                  <a:lnTo>
                    <a:pt x="85854" y="36353"/>
                  </a:lnTo>
                  <a:cubicBezTo>
                    <a:pt x="87207" y="35573"/>
                    <a:pt x="87881" y="34566"/>
                    <a:pt x="87842" y="33620"/>
                  </a:cubicBezTo>
                  <a:lnTo>
                    <a:pt x="87842" y="30075"/>
                  </a:lnTo>
                  <a:lnTo>
                    <a:pt x="87837" y="30075"/>
                  </a:lnTo>
                  <a:cubicBezTo>
                    <a:pt x="87860" y="29290"/>
                    <a:pt x="87405" y="28538"/>
                    <a:pt x="86438" y="27980"/>
                  </a:cubicBezTo>
                  <a:lnTo>
                    <a:pt x="39381" y="813"/>
                  </a:lnTo>
                  <a:cubicBezTo>
                    <a:pt x="38437" y="268"/>
                    <a:pt x="37174" y="0"/>
                    <a:pt x="35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6"/>
            <p:cNvSpPr/>
            <p:nvPr/>
          </p:nvSpPr>
          <p:spPr>
            <a:xfrm>
              <a:off x="3411275" y="2705275"/>
              <a:ext cx="2229675" cy="1267775"/>
            </a:xfrm>
            <a:custGeom>
              <a:rect b="b" l="l" r="r" t="t"/>
              <a:pathLst>
                <a:path extrusionOk="0" h="50711" w="89187">
                  <a:moveTo>
                    <a:pt x="36519" y="1"/>
                  </a:moveTo>
                  <a:cubicBezTo>
                    <a:pt x="34921" y="1"/>
                    <a:pt x="33237" y="390"/>
                    <a:pt x="31921" y="1150"/>
                  </a:cubicBezTo>
                  <a:lnTo>
                    <a:pt x="2667" y="18039"/>
                  </a:lnTo>
                  <a:cubicBezTo>
                    <a:pt x="262" y="19428"/>
                    <a:pt x="0" y="21528"/>
                    <a:pt x="2084" y="22731"/>
                  </a:cubicBezTo>
                  <a:lnTo>
                    <a:pt x="49140" y="49899"/>
                  </a:lnTo>
                  <a:cubicBezTo>
                    <a:pt x="50084" y="50444"/>
                    <a:pt x="51346" y="50711"/>
                    <a:pt x="52669" y="50711"/>
                  </a:cubicBezTo>
                  <a:cubicBezTo>
                    <a:pt x="54266" y="50711"/>
                    <a:pt x="55950" y="50322"/>
                    <a:pt x="57266" y="49562"/>
                  </a:cubicBezTo>
                  <a:lnTo>
                    <a:pt x="86520" y="32672"/>
                  </a:lnTo>
                  <a:cubicBezTo>
                    <a:pt x="88926" y="31284"/>
                    <a:pt x="89187" y="29183"/>
                    <a:pt x="87104" y="27981"/>
                  </a:cubicBezTo>
                  <a:lnTo>
                    <a:pt x="40047" y="812"/>
                  </a:lnTo>
                  <a:cubicBezTo>
                    <a:pt x="39104" y="268"/>
                    <a:pt x="37841" y="1"/>
                    <a:pt x="365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6"/>
            <p:cNvSpPr/>
            <p:nvPr/>
          </p:nvSpPr>
          <p:spPr>
            <a:xfrm>
              <a:off x="4038850" y="2003200"/>
              <a:ext cx="1172500" cy="1600275"/>
            </a:xfrm>
            <a:custGeom>
              <a:rect b="b" l="l" r="r" t="t"/>
              <a:pathLst>
                <a:path extrusionOk="0" h="64011" w="46900">
                  <a:moveTo>
                    <a:pt x="22572" y="1"/>
                  </a:moveTo>
                  <a:lnTo>
                    <a:pt x="20137" y="1407"/>
                  </a:lnTo>
                  <a:lnTo>
                    <a:pt x="20137" y="28806"/>
                  </a:lnTo>
                  <a:cubicBezTo>
                    <a:pt x="20137" y="32638"/>
                    <a:pt x="17447" y="37296"/>
                    <a:pt x="14130" y="39212"/>
                  </a:cubicBezTo>
                  <a:lnTo>
                    <a:pt x="1375" y="46576"/>
                  </a:lnTo>
                  <a:cubicBezTo>
                    <a:pt x="616" y="47015"/>
                    <a:pt x="1" y="48079"/>
                    <a:pt x="1" y="48955"/>
                  </a:cubicBezTo>
                  <a:cubicBezTo>
                    <a:pt x="1" y="49167"/>
                    <a:pt x="39" y="49348"/>
                    <a:pt x="104" y="49494"/>
                  </a:cubicBezTo>
                  <a:lnTo>
                    <a:pt x="103" y="49494"/>
                  </a:lnTo>
                  <a:lnTo>
                    <a:pt x="104" y="49496"/>
                  </a:lnTo>
                  <a:cubicBezTo>
                    <a:pt x="241" y="49800"/>
                    <a:pt x="597" y="50169"/>
                    <a:pt x="993" y="50353"/>
                  </a:cubicBezTo>
                  <a:lnTo>
                    <a:pt x="24611" y="63823"/>
                  </a:lnTo>
                  <a:cubicBezTo>
                    <a:pt x="24740" y="63945"/>
                    <a:pt x="24906" y="64010"/>
                    <a:pt x="25097" y="64010"/>
                  </a:cubicBezTo>
                  <a:cubicBezTo>
                    <a:pt x="25279" y="64010"/>
                    <a:pt x="25484" y="63951"/>
                    <a:pt x="25702" y="63826"/>
                  </a:cubicBezTo>
                  <a:lnTo>
                    <a:pt x="38682" y="56332"/>
                  </a:lnTo>
                  <a:cubicBezTo>
                    <a:pt x="43220" y="53712"/>
                    <a:pt x="46899" y="47340"/>
                    <a:pt x="46899" y="42099"/>
                  </a:cubicBezTo>
                  <a:lnTo>
                    <a:pt x="46899" y="14078"/>
                  </a:lnTo>
                  <a:lnTo>
                    <a:pt x="44465" y="15484"/>
                  </a:lnTo>
                  <a:lnTo>
                    <a:pt x="22572" y="2815"/>
                  </a:lnTo>
                  <a:lnTo>
                    <a:pt x="22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6"/>
            <p:cNvSpPr/>
            <p:nvPr/>
          </p:nvSpPr>
          <p:spPr>
            <a:xfrm>
              <a:off x="4042600" y="3151850"/>
              <a:ext cx="735450" cy="435600"/>
            </a:xfrm>
            <a:custGeom>
              <a:rect b="b" l="l" r="r" t="t"/>
              <a:pathLst>
                <a:path extrusionOk="0" h="17424" w="29418">
                  <a:moveTo>
                    <a:pt x="2315" y="1"/>
                  </a:moveTo>
                  <a:lnTo>
                    <a:pt x="1224" y="630"/>
                  </a:lnTo>
                  <a:cubicBezTo>
                    <a:pt x="687" y="941"/>
                    <a:pt x="227" y="1565"/>
                    <a:pt x="1" y="2215"/>
                  </a:cubicBezTo>
                  <a:lnTo>
                    <a:pt x="26344" y="17424"/>
                  </a:lnTo>
                  <a:lnTo>
                    <a:pt x="29418" y="15648"/>
                  </a:lnTo>
                  <a:lnTo>
                    <a:pt x="23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6"/>
            <p:cNvSpPr/>
            <p:nvPr/>
          </p:nvSpPr>
          <p:spPr>
            <a:xfrm>
              <a:off x="4647050" y="2355150"/>
              <a:ext cx="564300" cy="1248400"/>
            </a:xfrm>
            <a:custGeom>
              <a:rect b="b" l="l" r="r" t="t"/>
              <a:pathLst>
                <a:path extrusionOk="0" h="49936" w="22572">
                  <a:moveTo>
                    <a:pt x="22571" y="0"/>
                  </a:moveTo>
                  <a:lnTo>
                    <a:pt x="20137" y="1406"/>
                  </a:lnTo>
                  <a:lnTo>
                    <a:pt x="20137" y="28806"/>
                  </a:lnTo>
                  <a:cubicBezTo>
                    <a:pt x="20137" y="32637"/>
                    <a:pt x="17447" y="37297"/>
                    <a:pt x="14130" y="39212"/>
                  </a:cubicBezTo>
                  <a:lnTo>
                    <a:pt x="1375" y="46576"/>
                  </a:lnTo>
                  <a:cubicBezTo>
                    <a:pt x="616" y="47014"/>
                    <a:pt x="1" y="48079"/>
                    <a:pt x="1" y="48956"/>
                  </a:cubicBezTo>
                  <a:cubicBezTo>
                    <a:pt x="1" y="49576"/>
                    <a:pt x="310" y="49935"/>
                    <a:pt x="760" y="49935"/>
                  </a:cubicBezTo>
                  <a:cubicBezTo>
                    <a:pt x="945" y="49935"/>
                    <a:pt x="1153" y="49875"/>
                    <a:pt x="1374" y="49748"/>
                  </a:cubicBezTo>
                  <a:lnTo>
                    <a:pt x="14354" y="42254"/>
                  </a:lnTo>
                  <a:cubicBezTo>
                    <a:pt x="18892" y="39634"/>
                    <a:pt x="22571" y="33262"/>
                    <a:pt x="22571" y="28021"/>
                  </a:cubicBezTo>
                  <a:lnTo>
                    <a:pt x="225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6"/>
            <p:cNvSpPr/>
            <p:nvPr/>
          </p:nvSpPr>
          <p:spPr>
            <a:xfrm>
              <a:off x="3613400" y="291600"/>
              <a:ext cx="2390650" cy="3157100"/>
            </a:xfrm>
            <a:custGeom>
              <a:rect b="b" l="l" r="r" t="t"/>
              <a:pathLst>
                <a:path extrusionOk="0" h="126284" w="95626">
                  <a:moveTo>
                    <a:pt x="1" y="0"/>
                  </a:moveTo>
                  <a:lnTo>
                    <a:pt x="1" y="71073"/>
                  </a:lnTo>
                  <a:lnTo>
                    <a:pt x="95626" y="126283"/>
                  </a:lnTo>
                  <a:lnTo>
                    <a:pt x="95626" y="552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6"/>
            <p:cNvSpPr/>
            <p:nvPr/>
          </p:nvSpPr>
          <p:spPr>
            <a:xfrm>
              <a:off x="3656075" y="495525"/>
              <a:ext cx="2305325" cy="2749225"/>
            </a:xfrm>
            <a:custGeom>
              <a:rect b="b" l="l" r="r" t="t"/>
              <a:pathLst>
                <a:path extrusionOk="0" h="109969" w="92213">
                  <a:moveTo>
                    <a:pt x="2260" y="0"/>
                  </a:moveTo>
                  <a:cubicBezTo>
                    <a:pt x="1081" y="0"/>
                    <a:pt x="1" y="943"/>
                    <a:pt x="1" y="2260"/>
                  </a:cubicBezTo>
                  <a:lnTo>
                    <a:pt x="1" y="57077"/>
                  </a:lnTo>
                  <a:cubicBezTo>
                    <a:pt x="1" y="57883"/>
                    <a:pt x="431" y="58628"/>
                    <a:pt x="1129" y="59030"/>
                  </a:cubicBezTo>
                  <a:lnTo>
                    <a:pt x="88828" y="109663"/>
                  </a:lnTo>
                  <a:cubicBezTo>
                    <a:pt x="89191" y="109873"/>
                    <a:pt x="89577" y="109969"/>
                    <a:pt x="89952" y="109969"/>
                  </a:cubicBezTo>
                  <a:cubicBezTo>
                    <a:pt x="91131" y="109969"/>
                    <a:pt x="92212" y="109027"/>
                    <a:pt x="92212" y="107709"/>
                  </a:cubicBezTo>
                  <a:lnTo>
                    <a:pt x="92212" y="52893"/>
                  </a:lnTo>
                  <a:cubicBezTo>
                    <a:pt x="92212" y="52086"/>
                    <a:pt x="91782" y="51341"/>
                    <a:pt x="91084" y="50938"/>
                  </a:cubicBezTo>
                  <a:lnTo>
                    <a:pt x="3385" y="306"/>
                  </a:lnTo>
                  <a:cubicBezTo>
                    <a:pt x="3021" y="96"/>
                    <a:pt x="2636" y="0"/>
                    <a:pt x="22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6"/>
            <p:cNvSpPr/>
            <p:nvPr/>
          </p:nvSpPr>
          <p:spPr>
            <a:xfrm>
              <a:off x="4038850" y="675300"/>
              <a:ext cx="1472350" cy="2350725"/>
            </a:xfrm>
            <a:custGeom>
              <a:rect b="b" l="l" r="r" t="t"/>
              <a:pathLst>
                <a:path extrusionOk="0" h="94029" w="58894">
                  <a:moveTo>
                    <a:pt x="1" y="0"/>
                  </a:moveTo>
                  <a:lnTo>
                    <a:pt x="1" y="60027"/>
                  </a:lnTo>
                  <a:lnTo>
                    <a:pt x="58893" y="94029"/>
                  </a:lnTo>
                  <a:lnTo>
                    <a:pt x="58893" y="340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6"/>
            <p:cNvSpPr/>
            <p:nvPr/>
          </p:nvSpPr>
          <p:spPr>
            <a:xfrm>
              <a:off x="4140100" y="869700"/>
              <a:ext cx="1269850" cy="895775"/>
            </a:xfrm>
            <a:custGeom>
              <a:rect b="b" l="l" r="r" t="t"/>
              <a:pathLst>
                <a:path extrusionOk="0" h="35831" w="50794">
                  <a:moveTo>
                    <a:pt x="0" y="1"/>
                  </a:moveTo>
                  <a:lnTo>
                    <a:pt x="0" y="6505"/>
                  </a:lnTo>
                  <a:lnTo>
                    <a:pt x="50794" y="35831"/>
                  </a:lnTo>
                  <a:lnTo>
                    <a:pt x="50794" y="293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6"/>
            <p:cNvSpPr/>
            <p:nvPr/>
          </p:nvSpPr>
          <p:spPr>
            <a:xfrm>
              <a:off x="4140100" y="1142100"/>
              <a:ext cx="720425" cy="939275"/>
            </a:xfrm>
            <a:custGeom>
              <a:rect b="b" l="l" r="r" t="t"/>
              <a:pathLst>
                <a:path extrusionOk="0" h="37571" w="28817">
                  <a:moveTo>
                    <a:pt x="1106" y="0"/>
                  </a:moveTo>
                  <a:cubicBezTo>
                    <a:pt x="455" y="0"/>
                    <a:pt x="0" y="601"/>
                    <a:pt x="0" y="1607"/>
                  </a:cubicBezTo>
                  <a:lnTo>
                    <a:pt x="0" y="19328"/>
                  </a:lnTo>
                  <a:cubicBezTo>
                    <a:pt x="0" y="20678"/>
                    <a:pt x="821" y="22247"/>
                    <a:pt x="1835" y="22832"/>
                  </a:cubicBezTo>
                  <a:lnTo>
                    <a:pt x="26982" y="37350"/>
                  </a:lnTo>
                  <a:cubicBezTo>
                    <a:pt x="27240" y="37500"/>
                    <a:pt x="27487" y="37571"/>
                    <a:pt x="27710" y="37571"/>
                  </a:cubicBezTo>
                  <a:cubicBezTo>
                    <a:pt x="28361" y="37571"/>
                    <a:pt x="28816" y="36970"/>
                    <a:pt x="28816" y="35964"/>
                  </a:cubicBezTo>
                  <a:lnTo>
                    <a:pt x="28816" y="18243"/>
                  </a:lnTo>
                  <a:cubicBezTo>
                    <a:pt x="28816" y="16893"/>
                    <a:pt x="27995" y="15324"/>
                    <a:pt x="26982" y="14739"/>
                  </a:cubicBezTo>
                  <a:lnTo>
                    <a:pt x="1835" y="221"/>
                  </a:lnTo>
                  <a:cubicBezTo>
                    <a:pt x="1576" y="71"/>
                    <a:pt x="1329" y="0"/>
                    <a:pt x="1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6"/>
            <p:cNvSpPr/>
            <p:nvPr/>
          </p:nvSpPr>
          <p:spPr>
            <a:xfrm>
              <a:off x="4198150" y="1411875"/>
              <a:ext cx="604300" cy="399725"/>
            </a:xfrm>
            <a:custGeom>
              <a:rect b="b" l="l" r="r" t="t"/>
              <a:pathLst>
                <a:path extrusionOk="0" h="15989" w="24172">
                  <a:moveTo>
                    <a:pt x="704" y="1"/>
                  </a:moveTo>
                  <a:cubicBezTo>
                    <a:pt x="291" y="1"/>
                    <a:pt x="0" y="382"/>
                    <a:pt x="0" y="1016"/>
                  </a:cubicBezTo>
                  <a:cubicBezTo>
                    <a:pt x="0" y="1869"/>
                    <a:pt x="523" y="2867"/>
                    <a:pt x="1162" y="3236"/>
                  </a:cubicBezTo>
                  <a:lnTo>
                    <a:pt x="23011" y="15850"/>
                  </a:lnTo>
                  <a:cubicBezTo>
                    <a:pt x="23173" y="15944"/>
                    <a:pt x="23328" y="15988"/>
                    <a:pt x="23469" y="15988"/>
                  </a:cubicBezTo>
                  <a:cubicBezTo>
                    <a:pt x="23881" y="15988"/>
                    <a:pt x="24171" y="15607"/>
                    <a:pt x="24171" y="14973"/>
                  </a:cubicBezTo>
                  <a:cubicBezTo>
                    <a:pt x="24171" y="14121"/>
                    <a:pt x="23650" y="13123"/>
                    <a:pt x="23011" y="12753"/>
                  </a:cubicBezTo>
                  <a:lnTo>
                    <a:pt x="1162" y="139"/>
                  </a:lnTo>
                  <a:cubicBezTo>
                    <a:pt x="999" y="45"/>
                    <a:pt x="844" y="1"/>
                    <a:pt x="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6"/>
            <p:cNvSpPr/>
            <p:nvPr/>
          </p:nvSpPr>
          <p:spPr>
            <a:xfrm>
              <a:off x="4198150" y="1265250"/>
              <a:ext cx="604300" cy="399700"/>
            </a:xfrm>
            <a:custGeom>
              <a:rect b="b" l="l" r="r" t="t"/>
              <a:pathLst>
                <a:path extrusionOk="0" h="15988" w="24172">
                  <a:moveTo>
                    <a:pt x="704" y="1"/>
                  </a:moveTo>
                  <a:cubicBezTo>
                    <a:pt x="291" y="1"/>
                    <a:pt x="0" y="382"/>
                    <a:pt x="0" y="1016"/>
                  </a:cubicBezTo>
                  <a:cubicBezTo>
                    <a:pt x="0" y="1867"/>
                    <a:pt x="523" y="2866"/>
                    <a:pt x="1162" y="3235"/>
                  </a:cubicBezTo>
                  <a:lnTo>
                    <a:pt x="23011" y="15849"/>
                  </a:lnTo>
                  <a:cubicBezTo>
                    <a:pt x="23174" y="15943"/>
                    <a:pt x="23329" y="15988"/>
                    <a:pt x="23469" y="15988"/>
                  </a:cubicBezTo>
                  <a:cubicBezTo>
                    <a:pt x="23881" y="15988"/>
                    <a:pt x="24171" y="15607"/>
                    <a:pt x="24171" y="14972"/>
                  </a:cubicBezTo>
                  <a:cubicBezTo>
                    <a:pt x="24171" y="14120"/>
                    <a:pt x="23650" y="13123"/>
                    <a:pt x="23011" y="12753"/>
                  </a:cubicBezTo>
                  <a:lnTo>
                    <a:pt x="1162" y="139"/>
                  </a:lnTo>
                  <a:cubicBezTo>
                    <a:pt x="999" y="45"/>
                    <a:pt x="844" y="1"/>
                    <a:pt x="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6"/>
            <p:cNvSpPr/>
            <p:nvPr/>
          </p:nvSpPr>
          <p:spPr>
            <a:xfrm>
              <a:off x="4198150" y="1565850"/>
              <a:ext cx="604300" cy="399700"/>
            </a:xfrm>
            <a:custGeom>
              <a:rect b="b" l="l" r="r" t="t"/>
              <a:pathLst>
                <a:path extrusionOk="0" h="15988" w="24172">
                  <a:moveTo>
                    <a:pt x="703" y="0"/>
                  </a:moveTo>
                  <a:cubicBezTo>
                    <a:pt x="291" y="0"/>
                    <a:pt x="0" y="382"/>
                    <a:pt x="0" y="1016"/>
                  </a:cubicBezTo>
                  <a:cubicBezTo>
                    <a:pt x="0" y="1867"/>
                    <a:pt x="523" y="2866"/>
                    <a:pt x="1162" y="3235"/>
                  </a:cubicBezTo>
                  <a:lnTo>
                    <a:pt x="23011" y="15849"/>
                  </a:lnTo>
                  <a:cubicBezTo>
                    <a:pt x="23174" y="15943"/>
                    <a:pt x="23329" y="15988"/>
                    <a:pt x="23469" y="15988"/>
                  </a:cubicBezTo>
                  <a:cubicBezTo>
                    <a:pt x="23881" y="15988"/>
                    <a:pt x="24171" y="15607"/>
                    <a:pt x="24171" y="14971"/>
                  </a:cubicBezTo>
                  <a:cubicBezTo>
                    <a:pt x="24171" y="14120"/>
                    <a:pt x="23650" y="13121"/>
                    <a:pt x="23011" y="12753"/>
                  </a:cubicBezTo>
                  <a:lnTo>
                    <a:pt x="1162" y="138"/>
                  </a:lnTo>
                  <a:cubicBezTo>
                    <a:pt x="999" y="44"/>
                    <a:pt x="844" y="0"/>
                    <a:pt x="7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6"/>
            <p:cNvSpPr/>
            <p:nvPr/>
          </p:nvSpPr>
          <p:spPr>
            <a:xfrm>
              <a:off x="4938200" y="1696200"/>
              <a:ext cx="471750" cy="609025"/>
            </a:xfrm>
            <a:custGeom>
              <a:rect b="b" l="l" r="r" t="t"/>
              <a:pathLst>
                <a:path extrusionOk="0" h="24361" w="18870">
                  <a:moveTo>
                    <a:pt x="5216" y="1"/>
                  </a:moveTo>
                  <a:cubicBezTo>
                    <a:pt x="4317" y="1"/>
                    <a:pt x="3488" y="208"/>
                    <a:pt x="2764" y="626"/>
                  </a:cubicBezTo>
                  <a:cubicBezTo>
                    <a:pt x="994" y="1647"/>
                    <a:pt x="1" y="3844"/>
                    <a:pt x="1" y="6734"/>
                  </a:cubicBezTo>
                  <a:cubicBezTo>
                    <a:pt x="1" y="9623"/>
                    <a:pt x="994" y="12968"/>
                    <a:pt x="2764" y="16033"/>
                  </a:cubicBezTo>
                  <a:cubicBezTo>
                    <a:pt x="4533" y="19097"/>
                    <a:pt x="6932" y="21630"/>
                    <a:pt x="9434" y="23075"/>
                  </a:cubicBezTo>
                  <a:cubicBezTo>
                    <a:pt x="10913" y="23928"/>
                    <a:pt x="12356" y="24361"/>
                    <a:pt x="13655" y="24361"/>
                  </a:cubicBezTo>
                  <a:cubicBezTo>
                    <a:pt x="14553" y="24361"/>
                    <a:pt x="15383" y="24154"/>
                    <a:pt x="16106" y="23736"/>
                  </a:cubicBezTo>
                  <a:cubicBezTo>
                    <a:pt x="17875" y="22715"/>
                    <a:pt x="18870" y="20517"/>
                    <a:pt x="18870" y="17628"/>
                  </a:cubicBezTo>
                  <a:cubicBezTo>
                    <a:pt x="18870" y="14738"/>
                    <a:pt x="17875" y="11394"/>
                    <a:pt x="16106" y="8329"/>
                  </a:cubicBezTo>
                  <a:cubicBezTo>
                    <a:pt x="14337" y="5265"/>
                    <a:pt x="11938" y="2731"/>
                    <a:pt x="9434" y="1287"/>
                  </a:cubicBezTo>
                  <a:cubicBezTo>
                    <a:pt x="7956" y="433"/>
                    <a:pt x="6514" y="1"/>
                    <a:pt x="52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6"/>
            <p:cNvSpPr/>
            <p:nvPr/>
          </p:nvSpPr>
          <p:spPr>
            <a:xfrm>
              <a:off x="5085050" y="1885800"/>
              <a:ext cx="178050" cy="229900"/>
            </a:xfrm>
            <a:custGeom>
              <a:rect b="b" l="l" r="r" t="t"/>
              <a:pathLst>
                <a:path extrusionOk="0" h="9196" w="7122">
                  <a:moveTo>
                    <a:pt x="1971" y="0"/>
                  </a:moveTo>
                  <a:cubicBezTo>
                    <a:pt x="803" y="0"/>
                    <a:pt x="1" y="932"/>
                    <a:pt x="1" y="2543"/>
                  </a:cubicBezTo>
                  <a:cubicBezTo>
                    <a:pt x="1" y="4812"/>
                    <a:pt x="1595" y="7573"/>
                    <a:pt x="3562" y="8709"/>
                  </a:cubicBezTo>
                  <a:cubicBezTo>
                    <a:pt x="4133" y="9039"/>
                    <a:pt x="4673" y="9195"/>
                    <a:pt x="5151" y="9195"/>
                  </a:cubicBezTo>
                  <a:cubicBezTo>
                    <a:pt x="6319" y="9195"/>
                    <a:pt x="7122" y="8264"/>
                    <a:pt x="7122" y="6653"/>
                  </a:cubicBezTo>
                  <a:cubicBezTo>
                    <a:pt x="7122" y="4383"/>
                    <a:pt x="5527" y="1622"/>
                    <a:pt x="3562" y="487"/>
                  </a:cubicBezTo>
                  <a:cubicBezTo>
                    <a:pt x="2990" y="157"/>
                    <a:pt x="2450" y="0"/>
                    <a:pt x="1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6"/>
            <p:cNvSpPr/>
            <p:nvPr/>
          </p:nvSpPr>
          <p:spPr>
            <a:xfrm>
              <a:off x="4140100" y="1785050"/>
              <a:ext cx="1269850" cy="796925"/>
            </a:xfrm>
            <a:custGeom>
              <a:rect b="b" l="l" r="r" t="t"/>
              <a:pathLst>
                <a:path extrusionOk="0" h="31877" w="50794">
                  <a:moveTo>
                    <a:pt x="883" y="0"/>
                  </a:moveTo>
                  <a:cubicBezTo>
                    <a:pt x="365" y="0"/>
                    <a:pt x="0" y="479"/>
                    <a:pt x="0" y="1276"/>
                  </a:cubicBezTo>
                  <a:cubicBezTo>
                    <a:pt x="0" y="2344"/>
                    <a:pt x="656" y="3598"/>
                    <a:pt x="1458" y="4061"/>
                  </a:cubicBezTo>
                  <a:lnTo>
                    <a:pt x="49336" y="31703"/>
                  </a:lnTo>
                  <a:cubicBezTo>
                    <a:pt x="49540" y="31821"/>
                    <a:pt x="49735" y="31876"/>
                    <a:pt x="49911" y="31876"/>
                  </a:cubicBezTo>
                  <a:cubicBezTo>
                    <a:pt x="50429" y="31876"/>
                    <a:pt x="50794" y="31399"/>
                    <a:pt x="50794" y="30602"/>
                  </a:cubicBezTo>
                  <a:cubicBezTo>
                    <a:pt x="50794" y="29532"/>
                    <a:pt x="50137" y="28280"/>
                    <a:pt x="49336" y="27817"/>
                  </a:cubicBezTo>
                  <a:lnTo>
                    <a:pt x="1458" y="174"/>
                  </a:lnTo>
                  <a:cubicBezTo>
                    <a:pt x="1254" y="56"/>
                    <a:pt x="1059" y="0"/>
                    <a:pt x="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6"/>
            <p:cNvSpPr/>
            <p:nvPr/>
          </p:nvSpPr>
          <p:spPr>
            <a:xfrm>
              <a:off x="4140100" y="1982200"/>
              <a:ext cx="165075" cy="213175"/>
            </a:xfrm>
            <a:custGeom>
              <a:rect b="b" l="l" r="r" t="t"/>
              <a:pathLst>
                <a:path extrusionOk="0" h="8527" w="6603">
                  <a:moveTo>
                    <a:pt x="1826" y="1"/>
                  </a:moveTo>
                  <a:cubicBezTo>
                    <a:pt x="743" y="1"/>
                    <a:pt x="0" y="864"/>
                    <a:pt x="0" y="2358"/>
                  </a:cubicBezTo>
                  <a:cubicBezTo>
                    <a:pt x="0" y="4463"/>
                    <a:pt x="1478" y="7024"/>
                    <a:pt x="3301" y="8076"/>
                  </a:cubicBezTo>
                  <a:cubicBezTo>
                    <a:pt x="3831" y="8382"/>
                    <a:pt x="4332" y="8527"/>
                    <a:pt x="4776" y="8527"/>
                  </a:cubicBezTo>
                  <a:cubicBezTo>
                    <a:pt x="5859" y="8527"/>
                    <a:pt x="6603" y="7664"/>
                    <a:pt x="6603" y="6171"/>
                  </a:cubicBezTo>
                  <a:cubicBezTo>
                    <a:pt x="6603" y="4066"/>
                    <a:pt x="5124" y="1505"/>
                    <a:pt x="3301" y="452"/>
                  </a:cubicBezTo>
                  <a:cubicBezTo>
                    <a:pt x="2771" y="146"/>
                    <a:pt x="2270" y="1"/>
                    <a:pt x="18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6"/>
            <p:cNvSpPr/>
            <p:nvPr/>
          </p:nvSpPr>
          <p:spPr>
            <a:xfrm>
              <a:off x="4361025" y="2109775"/>
              <a:ext cx="165100" cy="213175"/>
            </a:xfrm>
            <a:custGeom>
              <a:rect b="b" l="l" r="r" t="t"/>
              <a:pathLst>
                <a:path extrusionOk="0" h="8527" w="6604">
                  <a:moveTo>
                    <a:pt x="1828" y="0"/>
                  </a:moveTo>
                  <a:cubicBezTo>
                    <a:pt x="745" y="0"/>
                    <a:pt x="1" y="864"/>
                    <a:pt x="1" y="2358"/>
                  </a:cubicBezTo>
                  <a:cubicBezTo>
                    <a:pt x="1" y="4463"/>
                    <a:pt x="1479" y="7023"/>
                    <a:pt x="3303" y="8076"/>
                  </a:cubicBezTo>
                  <a:cubicBezTo>
                    <a:pt x="3832" y="8382"/>
                    <a:pt x="4333" y="8527"/>
                    <a:pt x="4777" y="8527"/>
                  </a:cubicBezTo>
                  <a:cubicBezTo>
                    <a:pt x="5860" y="8527"/>
                    <a:pt x="6604" y="7663"/>
                    <a:pt x="6604" y="6169"/>
                  </a:cubicBezTo>
                  <a:cubicBezTo>
                    <a:pt x="6604" y="4065"/>
                    <a:pt x="5125" y="1505"/>
                    <a:pt x="3303" y="451"/>
                  </a:cubicBezTo>
                  <a:cubicBezTo>
                    <a:pt x="2773" y="145"/>
                    <a:pt x="2272" y="0"/>
                    <a:pt x="18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6"/>
            <p:cNvSpPr/>
            <p:nvPr/>
          </p:nvSpPr>
          <p:spPr>
            <a:xfrm>
              <a:off x="4581975" y="2237350"/>
              <a:ext cx="165125" cy="213175"/>
            </a:xfrm>
            <a:custGeom>
              <a:rect b="b" l="l" r="r" t="t"/>
              <a:pathLst>
                <a:path extrusionOk="0" h="8527" w="6605">
                  <a:moveTo>
                    <a:pt x="1828" y="0"/>
                  </a:moveTo>
                  <a:cubicBezTo>
                    <a:pt x="745" y="0"/>
                    <a:pt x="1" y="864"/>
                    <a:pt x="1" y="2357"/>
                  </a:cubicBezTo>
                  <a:cubicBezTo>
                    <a:pt x="1" y="4463"/>
                    <a:pt x="1479" y="7023"/>
                    <a:pt x="3303" y="8075"/>
                  </a:cubicBezTo>
                  <a:cubicBezTo>
                    <a:pt x="3833" y="8381"/>
                    <a:pt x="4334" y="8527"/>
                    <a:pt x="4778" y="8527"/>
                  </a:cubicBezTo>
                  <a:cubicBezTo>
                    <a:pt x="5861" y="8527"/>
                    <a:pt x="6604" y="7663"/>
                    <a:pt x="6604" y="6169"/>
                  </a:cubicBezTo>
                  <a:cubicBezTo>
                    <a:pt x="6604" y="4065"/>
                    <a:pt x="5126" y="1504"/>
                    <a:pt x="3303" y="451"/>
                  </a:cubicBezTo>
                  <a:cubicBezTo>
                    <a:pt x="2773" y="145"/>
                    <a:pt x="2272" y="0"/>
                    <a:pt x="18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6"/>
            <p:cNvSpPr/>
            <p:nvPr/>
          </p:nvSpPr>
          <p:spPr>
            <a:xfrm>
              <a:off x="4802950" y="2364925"/>
              <a:ext cx="165100" cy="213150"/>
            </a:xfrm>
            <a:custGeom>
              <a:rect b="b" l="l" r="r" t="t"/>
              <a:pathLst>
                <a:path extrusionOk="0" h="8526" w="6604">
                  <a:moveTo>
                    <a:pt x="1827" y="0"/>
                  </a:moveTo>
                  <a:cubicBezTo>
                    <a:pt x="744" y="0"/>
                    <a:pt x="0" y="864"/>
                    <a:pt x="0" y="2357"/>
                  </a:cubicBezTo>
                  <a:cubicBezTo>
                    <a:pt x="0" y="4463"/>
                    <a:pt x="1478" y="7023"/>
                    <a:pt x="3301" y="8075"/>
                  </a:cubicBezTo>
                  <a:cubicBezTo>
                    <a:pt x="3831" y="8381"/>
                    <a:pt x="4332" y="8526"/>
                    <a:pt x="4776" y="8526"/>
                  </a:cubicBezTo>
                  <a:cubicBezTo>
                    <a:pt x="5859" y="8526"/>
                    <a:pt x="6603" y="7663"/>
                    <a:pt x="6603" y="6169"/>
                  </a:cubicBezTo>
                  <a:cubicBezTo>
                    <a:pt x="6603" y="4064"/>
                    <a:pt x="5125" y="1504"/>
                    <a:pt x="3301" y="451"/>
                  </a:cubicBezTo>
                  <a:cubicBezTo>
                    <a:pt x="2772" y="145"/>
                    <a:pt x="2271" y="0"/>
                    <a:pt x="18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6"/>
            <p:cNvSpPr/>
            <p:nvPr/>
          </p:nvSpPr>
          <p:spPr>
            <a:xfrm>
              <a:off x="5023900" y="2492475"/>
              <a:ext cx="165100" cy="213175"/>
            </a:xfrm>
            <a:custGeom>
              <a:rect b="b" l="l" r="r" t="t"/>
              <a:pathLst>
                <a:path extrusionOk="0" h="8527" w="6604">
                  <a:moveTo>
                    <a:pt x="1828" y="0"/>
                  </a:moveTo>
                  <a:cubicBezTo>
                    <a:pt x="744" y="0"/>
                    <a:pt x="0" y="864"/>
                    <a:pt x="0" y="2358"/>
                  </a:cubicBezTo>
                  <a:cubicBezTo>
                    <a:pt x="0" y="4463"/>
                    <a:pt x="1479" y="7024"/>
                    <a:pt x="3302" y="8076"/>
                  </a:cubicBezTo>
                  <a:cubicBezTo>
                    <a:pt x="3832" y="8382"/>
                    <a:pt x="4333" y="8527"/>
                    <a:pt x="4777" y="8527"/>
                  </a:cubicBezTo>
                  <a:cubicBezTo>
                    <a:pt x="5860" y="8527"/>
                    <a:pt x="6604" y="7664"/>
                    <a:pt x="6604" y="6170"/>
                  </a:cubicBezTo>
                  <a:cubicBezTo>
                    <a:pt x="6604" y="4065"/>
                    <a:pt x="5125" y="1505"/>
                    <a:pt x="3302" y="451"/>
                  </a:cubicBezTo>
                  <a:cubicBezTo>
                    <a:pt x="2772" y="145"/>
                    <a:pt x="2271" y="0"/>
                    <a:pt x="18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6"/>
            <p:cNvSpPr/>
            <p:nvPr/>
          </p:nvSpPr>
          <p:spPr>
            <a:xfrm>
              <a:off x="6004025" y="1618075"/>
              <a:ext cx="93125" cy="1830625"/>
            </a:xfrm>
            <a:custGeom>
              <a:rect b="b" l="l" r="r" t="t"/>
              <a:pathLst>
                <a:path extrusionOk="0" h="73225" w="3725">
                  <a:moveTo>
                    <a:pt x="3724" y="1"/>
                  </a:moveTo>
                  <a:lnTo>
                    <a:pt x="1" y="2150"/>
                  </a:lnTo>
                  <a:lnTo>
                    <a:pt x="1" y="73224"/>
                  </a:lnTo>
                  <a:lnTo>
                    <a:pt x="3724" y="71074"/>
                  </a:lnTo>
                  <a:lnTo>
                    <a:pt x="37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6"/>
            <p:cNvSpPr/>
            <p:nvPr/>
          </p:nvSpPr>
          <p:spPr>
            <a:xfrm>
              <a:off x="3613400" y="238125"/>
              <a:ext cx="2483750" cy="1433975"/>
            </a:xfrm>
            <a:custGeom>
              <a:rect b="b" l="l" r="r" t="t"/>
              <a:pathLst>
                <a:path extrusionOk="0" h="57359" w="99350">
                  <a:moveTo>
                    <a:pt x="3724" y="0"/>
                  </a:moveTo>
                  <a:lnTo>
                    <a:pt x="1" y="2149"/>
                  </a:lnTo>
                  <a:lnTo>
                    <a:pt x="95626" y="57358"/>
                  </a:lnTo>
                  <a:lnTo>
                    <a:pt x="99349" y="55209"/>
                  </a:lnTo>
                  <a:lnTo>
                    <a:pt x="37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6"/>
            <p:cNvSpPr/>
            <p:nvPr/>
          </p:nvSpPr>
          <p:spPr>
            <a:xfrm>
              <a:off x="5244850" y="2649625"/>
              <a:ext cx="165100" cy="213175"/>
            </a:xfrm>
            <a:custGeom>
              <a:rect b="b" l="l" r="r" t="t"/>
              <a:pathLst>
                <a:path extrusionOk="0" h="8527" w="6604">
                  <a:moveTo>
                    <a:pt x="1828" y="0"/>
                  </a:moveTo>
                  <a:cubicBezTo>
                    <a:pt x="744" y="0"/>
                    <a:pt x="1" y="864"/>
                    <a:pt x="1" y="2358"/>
                  </a:cubicBezTo>
                  <a:cubicBezTo>
                    <a:pt x="1" y="4462"/>
                    <a:pt x="1478" y="7022"/>
                    <a:pt x="3302" y="8076"/>
                  </a:cubicBezTo>
                  <a:cubicBezTo>
                    <a:pt x="3832" y="8382"/>
                    <a:pt x="4332" y="8527"/>
                    <a:pt x="4776" y="8527"/>
                  </a:cubicBezTo>
                  <a:cubicBezTo>
                    <a:pt x="5860" y="8527"/>
                    <a:pt x="6604" y="7663"/>
                    <a:pt x="6604" y="6169"/>
                  </a:cubicBezTo>
                  <a:cubicBezTo>
                    <a:pt x="6604" y="4064"/>
                    <a:pt x="5125" y="1504"/>
                    <a:pt x="3302" y="451"/>
                  </a:cubicBezTo>
                  <a:cubicBezTo>
                    <a:pt x="2772" y="145"/>
                    <a:pt x="2271" y="0"/>
                    <a:pt x="18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3150" lIns="53150" spcFirstLastPara="1" rIns="53150" wrap="square" tIns="5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7"/>
          <p:cNvSpPr txBox="1"/>
          <p:nvPr>
            <p:ph type="title"/>
          </p:nvPr>
        </p:nvSpPr>
        <p:spPr>
          <a:xfrm>
            <a:off x="484125" y="317231"/>
            <a:ext cx="362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220"/>
              <a:t>References</a:t>
            </a:r>
            <a:endParaRPr sz="2220"/>
          </a:p>
        </p:txBody>
      </p:sp>
      <p:sp>
        <p:nvSpPr>
          <p:cNvPr id="912" name="Google Shape;912;p67"/>
          <p:cNvSpPr txBox="1"/>
          <p:nvPr>
            <p:ph idx="1" type="body"/>
          </p:nvPr>
        </p:nvSpPr>
        <p:spPr>
          <a:xfrm>
            <a:off x="484125" y="889925"/>
            <a:ext cx="4769700" cy="24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BC Cancer. (2023). </a:t>
            </a:r>
            <a:r>
              <a:rPr i="1" lang="en" sz="750">
                <a:solidFill>
                  <a:schemeClr val="dk1"/>
                </a:solidFill>
              </a:rPr>
              <a:t>Breast screening program report 2023</a:t>
            </a:r>
            <a:r>
              <a:rPr lang="en" sz="750">
                <a:solidFill>
                  <a:schemeClr val="dk1"/>
                </a:solidFill>
              </a:rPr>
              <a:t>.</a:t>
            </a:r>
            <a:r>
              <a:rPr lang="en" sz="75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750" u="sng">
                <a:solidFill>
                  <a:schemeClr val="hlink"/>
                </a:solidFill>
                <a:hlinkClick r:id="rId4"/>
              </a:rPr>
              <a:t>https://www.bccancer.bc.ca/screening/Documents/Breast-Screening-Program-Report-2023.pdf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BC Cancer. (2023). </a:t>
            </a:r>
            <a:r>
              <a:rPr i="1" lang="en" sz="750">
                <a:solidFill>
                  <a:schemeClr val="dk1"/>
                </a:solidFill>
              </a:rPr>
              <a:t>Breast clinical pathway (Version 2)</a:t>
            </a:r>
            <a:r>
              <a:rPr lang="en" sz="750">
                <a:solidFill>
                  <a:schemeClr val="dk1"/>
                </a:solidFill>
              </a:rPr>
              <a:t>.</a:t>
            </a:r>
            <a:r>
              <a:rPr lang="en" sz="75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750" u="sng">
                <a:solidFill>
                  <a:schemeClr val="hlink"/>
                </a:solidFill>
                <a:hlinkClick r:id="rId6"/>
              </a:rPr>
              <a:t>https://www.bccancer.bc.ca/books/Documents/Clinical%20Care%20Pathways/Breast%20Clinical%20Pathway_Published_V2.pdf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BC Ministry of Health. (n.d.). </a:t>
            </a:r>
            <a:r>
              <a:rPr i="1" lang="en" sz="750">
                <a:solidFill>
                  <a:schemeClr val="dk1"/>
                </a:solidFill>
              </a:rPr>
              <a:t>Breast biopsy wait times</a:t>
            </a:r>
            <a:r>
              <a:rPr lang="en" sz="750">
                <a:solidFill>
                  <a:schemeClr val="dk1"/>
                </a:solidFill>
              </a:rPr>
              <a:t>.</a:t>
            </a:r>
            <a:br>
              <a:rPr lang="en" sz="750">
                <a:solidFill>
                  <a:schemeClr val="dk1"/>
                </a:solidFill>
              </a:rPr>
            </a:br>
            <a:r>
              <a:rPr lang="en" sz="750" u="sng">
                <a:solidFill>
                  <a:schemeClr val="hlink"/>
                </a:solidFill>
                <a:hlinkClick r:id="rId7"/>
              </a:rPr>
              <a:t>https://swt.hlth.gov.bc.ca/WaitTimesResults.xhtml?rollupProcedure=20&amp;procName=Breast+Biopsy&amp;adult=Y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Basu, A., &amp; Garg, R. (1993). Nuclear pleomorphism and prognosis in breast cancer. </a:t>
            </a:r>
            <a:r>
              <a:rPr i="1" lang="en" sz="750">
                <a:solidFill>
                  <a:schemeClr val="dk1"/>
                </a:solidFill>
              </a:rPr>
              <a:t>Journal of Surgical Oncology</a:t>
            </a:r>
            <a:r>
              <a:rPr lang="en" sz="750">
                <a:solidFill>
                  <a:schemeClr val="dk1"/>
                </a:solidFill>
              </a:rPr>
              <a:t>, 53(1), 1–5. </a:t>
            </a:r>
            <a:r>
              <a:rPr lang="en" sz="75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750" u="sng">
                <a:solidFill>
                  <a:schemeClr val="hlink"/>
                </a:solidFill>
                <a:hlinkClick r:id="rId9"/>
              </a:rPr>
              <a:t>https://pubmed.ncbi.nlm.nih.gov/8369525/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Government of British Columbia. (n.d.). </a:t>
            </a:r>
            <a:r>
              <a:rPr i="1" lang="en" sz="750">
                <a:solidFill>
                  <a:schemeClr val="dk1"/>
                </a:solidFill>
              </a:rPr>
              <a:t>Rural development: Draft guidance</a:t>
            </a:r>
            <a:r>
              <a:rPr lang="en" sz="750">
                <a:solidFill>
                  <a:schemeClr val="dk1"/>
                </a:solidFill>
              </a:rPr>
              <a:t>.</a:t>
            </a:r>
            <a:br>
              <a:rPr lang="en" sz="750">
                <a:solidFill>
                  <a:schemeClr val="dk1"/>
                </a:solidFill>
              </a:rPr>
            </a:br>
            <a:r>
              <a:rPr lang="en" sz="750" u="sng">
                <a:solidFill>
                  <a:schemeClr val="hlink"/>
                </a:solidFill>
                <a:hlinkClick r:id="rId10"/>
              </a:rPr>
              <a:t>https://www2.gov.bc.ca/assets/gov/employment-business-and-economic-development/rural-initiative/rural_initiative_-_draft_guidance.pdf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Gorey, K. M., Luginaah, I. N., Holowaty, E. J., Fung, K. Y., &amp; Hamm, C. (2013). Breast cancer survival in Canada and the USA: Meta‑analytic evidence of a Canadian advantage in low‑income areas. </a:t>
            </a:r>
            <a:r>
              <a:rPr i="1" lang="en" sz="750">
                <a:solidFill>
                  <a:schemeClr val="dk1"/>
                </a:solidFill>
              </a:rPr>
              <a:t>International Journal of Epidemiology</a:t>
            </a:r>
            <a:r>
              <a:rPr lang="en" sz="750">
                <a:solidFill>
                  <a:schemeClr val="dk1"/>
                </a:solidFill>
              </a:rPr>
              <a:t>, 42(3), 932–946. </a:t>
            </a:r>
            <a:r>
              <a:rPr lang="en" sz="75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750" u="sng">
                <a:solidFill>
                  <a:schemeClr val="hlink"/>
                </a:solidFill>
                <a:hlinkClick r:id="rId12"/>
              </a:rPr>
              <a:t>https://pubmed.ncbi.nlm.nih.gov/22338328/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Hatch, S., et al. (2021). Out‑of‑pocket costs for rural patients traveling for medical care in British Columbia. </a:t>
            </a:r>
            <a:r>
              <a:rPr i="1" lang="en" sz="750">
                <a:solidFill>
                  <a:schemeClr val="dk1"/>
                </a:solidFill>
              </a:rPr>
              <a:t>Healthcare Policy</a:t>
            </a:r>
            <a:r>
              <a:rPr lang="en" sz="750">
                <a:solidFill>
                  <a:schemeClr val="dk1"/>
                </a:solidFill>
              </a:rPr>
              <a:t>, 17(1), 62–75. </a:t>
            </a:r>
            <a:r>
              <a:rPr lang="en" sz="75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750" u="sng">
                <a:solidFill>
                  <a:schemeClr val="hlink"/>
                </a:solidFill>
                <a:hlinkClick r:id="rId14"/>
              </a:rPr>
              <a:t>https://pubmed.ncbi.nlm.nih.gov/34419025/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Khan, M. A., et al. (2015). Anxiety levels in women awaiting breast biopsy. </a:t>
            </a:r>
            <a:r>
              <a:rPr i="1" lang="en" sz="750">
                <a:solidFill>
                  <a:schemeClr val="dk1"/>
                </a:solidFill>
              </a:rPr>
              <a:t>Journal of the College of Physicians and Surgeons Pakistan</a:t>
            </a:r>
            <a:r>
              <a:rPr lang="en" sz="750">
                <a:solidFill>
                  <a:schemeClr val="dk1"/>
                </a:solidFill>
              </a:rPr>
              <a:t>, 25(10), 743–746. </a:t>
            </a:r>
            <a:r>
              <a:rPr lang="en" sz="750">
                <a:solidFill>
                  <a:schemeClr val="dk1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750" u="sng">
                <a:solidFill>
                  <a:schemeClr val="hlink"/>
                </a:solidFill>
                <a:hlinkClick r:id="rId16"/>
              </a:rPr>
              <a:t>https://pubmed.ncbi.nlm.nih.gov/26424811/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Kong, A. L., et al. (2024). Negative biopsy rates in breast surgery: A national analysis. </a:t>
            </a:r>
            <a:r>
              <a:rPr i="1" lang="en" sz="750">
                <a:solidFill>
                  <a:schemeClr val="dk1"/>
                </a:solidFill>
              </a:rPr>
              <a:t>JAMA Surgery</a:t>
            </a:r>
            <a:r>
              <a:rPr lang="en" sz="750">
                <a:solidFill>
                  <a:schemeClr val="dk1"/>
                </a:solidFill>
              </a:rPr>
              <a:t>.</a:t>
            </a:r>
            <a:r>
              <a:rPr lang="en" sz="750">
                <a:solidFill>
                  <a:schemeClr val="dk1"/>
                </a:solidFill>
                <a:uFill>
                  <a:noFill/>
                </a:u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750" u="sng">
                <a:solidFill>
                  <a:schemeClr val="hlink"/>
                </a:solidFill>
                <a:hlinkClick r:id="rId18"/>
              </a:rPr>
              <a:t>https://jamanetwork.com/journals/jamasurgery/fullarticle/2813028?utm_source=openevidence&amp;utm_medium=referral</a:t>
            </a:r>
            <a:endParaRPr sz="75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</a:rPr>
              <a:t>Li, X., et al. (2025). Impact of biopsy delay on mortality in breast cancer: A meta‑analysis. </a:t>
            </a:r>
            <a:r>
              <a:rPr i="1" lang="en" sz="750">
                <a:solidFill>
                  <a:schemeClr val="dk1"/>
                </a:solidFill>
              </a:rPr>
              <a:t>The Breast</a:t>
            </a:r>
            <a:r>
              <a:rPr lang="en" sz="750">
                <a:solidFill>
                  <a:schemeClr val="dk1"/>
                </a:solidFill>
              </a:rPr>
              <a:t>.</a:t>
            </a:r>
            <a:br>
              <a:rPr lang="en" sz="750">
                <a:solidFill>
                  <a:schemeClr val="dk1"/>
                </a:solidFill>
              </a:rPr>
            </a:br>
            <a:r>
              <a:rPr lang="en" sz="750" u="sng">
                <a:solidFill>
                  <a:schemeClr val="hlink"/>
                </a:solidFill>
                <a:hlinkClick r:id="rId19"/>
              </a:rPr>
              <a:t>https://pubmed.ncbi.nlm.nih.gov/40490647/</a:t>
            </a:r>
            <a:endParaRPr sz="750"/>
          </a:p>
        </p:txBody>
      </p:sp>
      <p:grpSp>
        <p:nvGrpSpPr>
          <p:cNvPr id="913" name="Google Shape;913;p67"/>
          <p:cNvGrpSpPr/>
          <p:nvPr/>
        </p:nvGrpSpPr>
        <p:grpSpPr>
          <a:xfrm>
            <a:off x="5458319" y="526414"/>
            <a:ext cx="2504816" cy="3548105"/>
            <a:chOff x="5573125" y="336750"/>
            <a:chExt cx="406725" cy="576150"/>
          </a:xfrm>
        </p:grpSpPr>
        <p:sp>
          <p:nvSpPr>
            <p:cNvPr id="914" name="Google Shape;914;p67"/>
            <p:cNvSpPr/>
            <p:nvPr/>
          </p:nvSpPr>
          <p:spPr>
            <a:xfrm>
              <a:off x="5573125" y="401350"/>
              <a:ext cx="406725" cy="511550"/>
            </a:xfrm>
            <a:custGeom>
              <a:rect b="b" l="l" r="r" t="t"/>
              <a:pathLst>
                <a:path extrusionOk="0" h="20462" w="16269">
                  <a:moveTo>
                    <a:pt x="1294" y="1"/>
                  </a:moveTo>
                  <a:cubicBezTo>
                    <a:pt x="580" y="1"/>
                    <a:pt x="1" y="579"/>
                    <a:pt x="1" y="1294"/>
                  </a:cubicBezTo>
                  <a:lnTo>
                    <a:pt x="1" y="19168"/>
                  </a:lnTo>
                  <a:cubicBezTo>
                    <a:pt x="1" y="19882"/>
                    <a:pt x="580" y="20460"/>
                    <a:pt x="1294" y="20462"/>
                  </a:cubicBezTo>
                  <a:lnTo>
                    <a:pt x="14975" y="20462"/>
                  </a:lnTo>
                  <a:cubicBezTo>
                    <a:pt x="15689" y="20460"/>
                    <a:pt x="16268" y="19882"/>
                    <a:pt x="16269" y="19168"/>
                  </a:cubicBezTo>
                  <a:lnTo>
                    <a:pt x="16269" y="1294"/>
                  </a:lnTo>
                  <a:cubicBezTo>
                    <a:pt x="16268" y="580"/>
                    <a:pt x="15689" y="1"/>
                    <a:pt x="149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7"/>
            <p:cNvSpPr/>
            <p:nvPr/>
          </p:nvSpPr>
          <p:spPr>
            <a:xfrm>
              <a:off x="5609075" y="437300"/>
              <a:ext cx="334850" cy="439650"/>
            </a:xfrm>
            <a:custGeom>
              <a:rect b="b" l="l" r="r" t="t"/>
              <a:pathLst>
                <a:path extrusionOk="0" h="17586" w="13394">
                  <a:moveTo>
                    <a:pt x="115" y="0"/>
                  </a:moveTo>
                  <a:cubicBezTo>
                    <a:pt x="51" y="0"/>
                    <a:pt x="0" y="52"/>
                    <a:pt x="0" y="114"/>
                  </a:cubicBezTo>
                  <a:lnTo>
                    <a:pt x="0" y="17471"/>
                  </a:lnTo>
                  <a:cubicBezTo>
                    <a:pt x="0" y="17535"/>
                    <a:pt x="51" y="17586"/>
                    <a:pt x="115" y="17586"/>
                  </a:cubicBezTo>
                  <a:lnTo>
                    <a:pt x="13278" y="17586"/>
                  </a:lnTo>
                  <a:cubicBezTo>
                    <a:pt x="13342" y="17586"/>
                    <a:pt x="13393" y="17535"/>
                    <a:pt x="13393" y="17471"/>
                  </a:cubicBezTo>
                  <a:lnTo>
                    <a:pt x="13393" y="114"/>
                  </a:lnTo>
                  <a:cubicBezTo>
                    <a:pt x="13393" y="52"/>
                    <a:pt x="13342" y="0"/>
                    <a:pt x="132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7"/>
            <p:cNvSpPr/>
            <p:nvPr/>
          </p:nvSpPr>
          <p:spPr>
            <a:xfrm>
              <a:off x="5718025" y="711975"/>
              <a:ext cx="179975" cy="17175"/>
            </a:xfrm>
            <a:custGeom>
              <a:rect b="b" l="l" r="r" t="t"/>
              <a:pathLst>
                <a:path extrusionOk="0" h="687" w="7199">
                  <a:moveTo>
                    <a:pt x="343" y="1"/>
                  </a:moveTo>
                  <a:cubicBezTo>
                    <a:pt x="154" y="1"/>
                    <a:pt x="0" y="154"/>
                    <a:pt x="0" y="344"/>
                  </a:cubicBezTo>
                  <a:cubicBezTo>
                    <a:pt x="0" y="533"/>
                    <a:pt x="154" y="686"/>
                    <a:pt x="343" y="686"/>
                  </a:cubicBezTo>
                  <a:lnTo>
                    <a:pt x="6857" y="686"/>
                  </a:lnTo>
                  <a:cubicBezTo>
                    <a:pt x="7046" y="686"/>
                    <a:pt x="7199" y="533"/>
                    <a:pt x="7199" y="344"/>
                  </a:cubicBezTo>
                  <a:cubicBezTo>
                    <a:pt x="7199" y="154"/>
                    <a:pt x="7046" y="1"/>
                    <a:pt x="6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7"/>
            <p:cNvSpPr/>
            <p:nvPr/>
          </p:nvSpPr>
          <p:spPr>
            <a:xfrm>
              <a:off x="5718025" y="748700"/>
              <a:ext cx="179975" cy="17125"/>
            </a:xfrm>
            <a:custGeom>
              <a:rect b="b" l="l" r="r" t="t"/>
              <a:pathLst>
                <a:path extrusionOk="0" h="685" w="7199">
                  <a:moveTo>
                    <a:pt x="343" y="1"/>
                  </a:moveTo>
                  <a:cubicBezTo>
                    <a:pt x="154" y="1"/>
                    <a:pt x="0" y="154"/>
                    <a:pt x="0" y="343"/>
                  </a:cubicBezTo>
                  <a:cubicBezTo>
                    <a:pt x="0" y="531"/>
                    <a:pt x="154" y="685"/>
                    <a:pt x="343" y="685"/>
                  </a:cubicBezTo>
                  <a:lnTo>
                    <a:pt x="6857" y="685"/>
                  </a:lnTo>
                  <a:cubicBezTo>
                    <a:pt x="7046" y="685"/>
                    <a:pt x="7199" y="531"/>
                    <a:pt x="7199" y="343"/>
                  </a:cubicBezTo>
                  <a:cubicBezTo>
                    <a:pt x="7199" y="154"/>
                    <a:pt x="7046" y="1"/>
                    <a:pt x="6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7"/>
            <p:cNvSpPr/>
            <p:nvPr/>
          </p:nvSpPr>
          <p:spPr>
            <a:xfrm>
              <a:off x="5718025" y="785400"/>
              <a:ext cx="179975" cy="17150"/>
            </a:xfrm>
            <a:custGeom>
              <a:rect b="b" l="l" r="r" t="t"/>
              <a:pathLst>
                <a:path extrusionOk="0" h="686" w="7199">
                  <a:moveTo>
                    <a:pt x="343" y="0"/>
                  </a:moveTo>
                  <a:cubicBezTo>
                    <a:pt x="154" y="0"/>
                    <a:pt x="0" y="153"/>
                    <a:pt x="0" y="342"/>
                  </a:cubicBezTo>
                  <a:cubicBezTo>
                    <a:pt x="0" y="532"/>
                    <a:pt x="154" y="685"/>
                    <a:pt x="343" y="685"/>
                  </a:cubicBezTo>
                  <a:lnTo>
                    <a:pt x="6857" y="685"/>
                  </a:lnTo>
                  <a:cubicBezTo>
                    <a:pt x="7046" y="685"/>
                    <a:pt x="7199" y="532"/>
                    <a:pt x="7199" y="342"/>
                  </a:cubicBezTo>
                  <a:cubicBezTo>
                    <a:pt x="7199" y="153"/>
                    <a:pt x="7046" y="0"/>
                    <a:pt x="68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7"/>
            <p:cNvSpPr/>
            <p:nvPr/>
          </p:nvSpPr>
          <p:spPr>
            <a:xfrm>
              <a:off x="5717850" y="822075"/>
              <a:ext cx="180350" cy="17150"/>
            </a:xfrm>
            <a:custGeom>
              <a:rect b="b" l="l" r="r" t="t"/>
              <a:pathLst>
                <a:path extrusionOk="0" h="686" w="7214">
                  <a:moveTo>
                    <a:pt x="344" y="0"/>
                  </a:moveTo>
                  <a:cubicBezTo>
                    <a:pt x="155" y="0"/>
                    <a:pt x="1" y="153"/>
                    <a:pt x="1" y="343"/>
                  </a:cubicBezTo>
                  <a:cubicBezTo>
                    <a:pt x="1" y="533"/>
                    <a:pt x="155" y="686"/>
                    <a:pt x="344" y="686"/>
                  </a:cubicBezTo>
                  <a:cubicBezTo>
                    <a:pt x="346" y="686"/>
                    <a:pt x="348" y="686"/>
                    <a:pt x="350" y="686"/>
                  </a:cubicBezTo>
                  <a:lnTo>
                    <a:pt x="6864" y="686"/>
                  </a:lnTo>
                  <a:cubicBezTo>
                    <a:pt x="6866" y="686"/>
                    <a:pt x="6868" y="686"/>
                    <a:pt x="6870" y="686"/>
                  </a:cubicBezTo>
                  <a:cubicBezTo>
                    <a:pt x="7059" y="686"/>
                    <a:pt x="7213" y="533"/>
                    <a:pt x="7213" y="343"/>
                  </a:cubicBezTo>
                  <a:cubicBezTo>
                    <a:pt x="7213" y="153"/>
                    <a:pt x="7059" y="0"/>
                    <a:pt x="6870" y="0"/>
                  </a:cubicBezTo>
                  <a:cubicBezTo>
                    <a:pt x="6868" y="0"/>
                    <a:pt x="6866" y="0"/>
                    <a:pt x="6864" y="1"/>
                  </a:cubicBezTo>
                  <a:lnTo>
                    <a:pt x="350" y="1"/>
                  </a:lnTo>
                  <a:cubicBezTo>
                    <a:pt x="348" y="0"/>
                    <a:pt x="346" y="0"/>
                    <a:pt x="3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7"/>
            <p:cNvSpPr/>
            <p:nvPr/>
          </p:nvSpPr>
          <p:spPr>
            <a:xfrm>
              <a:off x="5656100" y="711975"/>
              <a:ext cx="43825" cy="17175"/>
            </a:xfrm>
            <a:custGeom>
              <a:rect b="b" l="l" r="r" t="t"/>
              <a:pathLst>
                <a:path extrusionOk="0" h="687" w="1753">
                  <a:moveTo>
                    <a:pt x="344" y="1"/>
                  </a:moveTo>
                  <a:cubicBezTo>
                    <a:pt x="154" y="1"/>
                    <a:pt x="0" y="154"/>
                    <a:pt x="0" y="344"/>
                  </a:cubicBezTo>
                  <a:cubicBezTo>
                    <a:pt x="0" y="533"/>
                    <a:pt x="154" y="686"/>
                    <a:pt x="344" y="686"/>
                  </a:cubicBezTo>
                  <a:lnTo>
                    <a:pt x="1410" y="686"/>
                  </a:lnTo>
                  <a:cubicBezTo>
                    <a:pt x="1599" y="686"/>
                    <a:pt x="1753" y="533"/>
                    <a:pt x="1753" y="344"/>
                  </a:cubicBezTo>
                  <a:cubicBezTo>
                    <a:pt x="1753" y="154"/>
                    <a:pt x="1599" y="1"/>
                    <a:pt x="14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7"/>
            <p:cNvSpPr/>
            <p:nvPr/>
          </p:nvSpPr>
          <p:spPr>
            <a:xfrm>
              <a:off x="5656100" y="748700"/>
              <a:ext cx="43825" cy="17125"/>
            </a:xfrm>
            <a:custGeom>
              <a:rect b="b" l="l" r="r" t="t"/>
              <a:pathLst>
                <a:path extrusionOk="0" h="685" w="1753">
                  <a:moveTo>
                    <a:pt x="344" y="1"/>
                  </a:moveTo>
                  <a:cubicBezTo>
                    <a:pt x="154" y="1"/>
                    <a:pt x="0" y="154"/>
                    <a:pt x="0" y="343"/>
                  </a:cubicBezTo>
                  <a:cubicBezTo>
                    <a:pt x="0" y="531"/>
                    <a:pt x="154" y="685"/>
                    <a:pt x="344" y="685"/>
                  </a:cubicBezTo>
                  <a:lnTo>
                    <a:pt x="1410" y="685"/>
                  </a:lnTo>
                  <a:cubicBezTo>
                    <a:pt x="1599" y="685"/>
                    <a:pt x="1753" y="531"/>
                    <a:pt x="1753" y="343"/>
                  </a:cubicBezTo>
                  <a:cubicBezTo>
                    <a:pt x="1753" y="154"/>
                    <a:pt x="1599" y="1"/>
                    <a:pt x="14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7"/>
            <p:cNvSpPr/>
            <p:nvPr/>
          </p:nvSpPr>
          <p:spPr>
            <a:xfrm>
              <a:off x="5656100" y="785400"/>
              <a:ext cx="43825" cy="17150"/>
            </a:xfrm>
            <a:custGeom>
              <a:rect b="b" l="l" r="r" t="t"/>
              <a:pathLst>
                <a:path extrusionOk="0" h="686" w="1753">
                  <a:moveTo>
                    <a:pt x="344" y="0"/>
                  </a:moveTo>
                  <a:cubicBezTo>
                    <a:pt x="154" y="0"/>
                    <a:pt x="0" y="153"/>
                    <a:pt x="0" y="342"/>
                  </a:cubicBezTo>
                  <a:cubicBezTo>
                    <a:pt x="0" y="532"/>
                    <a:pt x="154" y="685"/>
                    <a:pt x="344" y="685"/>
                  </a:cubicBezTo>
                  <a:lnTo>
                    <a:pt x="1410" y="685"/>
                  </a:lnTo>
                  <a:cubicBezTo>
                    <a:pt x="1599" y="685"/>
                    <a:pt x="1753" y="532"/>
                    <a:pt x="1753" y="342"/>
                  </a:cubicBezTo>
                  <a:cubicBezTo>
                    <a:pt x="1753" y="153"/>
                    <a:pt x="1599" y="0"/>
                    <a:pt x="14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7"/>
            <p:cNvSpPr/>
            <p:nvPr/>
          </p:nvSpPr>
          <p:spPr>
            <a:xfrm>
              <a:off x="5655950" y="822075"/>
              <a:ext cx="44150" cy="17150"/>
            </a:xfrm>
            <a:custGeom>
              <a:rect b="b" l="l" r="r" t="t"/>
              <a:pathLst>
                <a:path extrusionOk="0" h="686" w="1766">
                  <a:moveTo>
                    <a:pt x="344" y="0"/>
                  </a:moveTo>
                  <a:cubicBezTo>
                    <a:pt x="155" y="0"/>
                    <a:pt x="0" y="153"/>
                    <a:pt x="0" y="343"/>
                  </a:cubicBezTo>
                  <a:cubicBezTo>
                    <a:pt x="0" y="533"/>
                    <a:pt x="155" y="686"/>
                    <a:pt x="344" y="686"/>
                  </a:cubicBezTo>
                  <a:cubicBezTo>
                    <a:pt x="346" y="686"/>
                    <a:pt x="348" y="686"/>
                    <a:pt x="350" y="686"/>
                  </a:cubicBezTo>
                  <a:lnTo>
                    <a:pt x="1416" y="686"/>
                  </a:lnTo>
                  <a:cubicBezTo>
                    <a:pt x="1418" y="686"/>
                    <a:pt x="1420" y="686"/>
                    <a:pt x="1422" y="686"/>
                  </a:cubicBezTo>
                  <a:cubicBezTo>
                    <a:pt x="1611" y="686"/>
                    <a:pt x="1766" y="533"/>
                    <a:pt x="1766" y="343"/>
                  </a:cubicBezTo>
                  <a:cubicBezTo>
                    <a:pt x="1766" y="153"/>
                    <a:pt x="1611" y="0"/>
                    <a:pt x="1422" y="0"/>
                  </a:cubicBezTo>
                  <a:cubicBezTo>
                    <a:pt x="1420" y="0"/>
                    <a:pt x="1418" y="0"/>
                    <a:pt x="1416" y="1"/>
                  </a:cubicBezTo>
                  <a:lnTo>
                    <a:pt x="350" y="1"/>
                  </a:lnTo>
                  <a:cubicBezTo>
                    <a:pt x="348" y="0"/>
                    <a:pt x="346" y="0"/>
                    <a:pt x="3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7"/>
            <p:cNvSpPr/>
            <p:nvPr/>
          </p:nvSpPr>
          <p:spPr>
            <a:xfrm>
              <a:off x="5738075" y="336750"/>
              <a:ext cx="76825" cy="73175"/>
            </a:xfrm>
            <a:custGeom>
              <a:rect b="b" l="l" r="r" t="t"/>
              <a:pathLst>
                <a:path extrusionOk="0" h="2927" w="3073">
                  <a:moveTo>
                    <a:pt x="1536" y="0"/>
                  </a:moveTo>
                  <a:cubicBezTo>
                    <a:pt x="687" y="0"/>
                    <a:pt x="1" y="694"/>
                    <a:pt x="8" y="1543"/>
                  </a:cubicBezTo>
                  <a:lnTo>
                    <a:pt x="8" y="2585"/>
                  </a:lnTo>
                  <a:cubicBezTo>
                    <a:pt x="8" y="2773"/>
                    <a:pt x="161" y="2927"/>
                    <a:pt x="350" y="2927"/>
                  </a:cubicBezTo>
                  <a:cubicBezTo>
                    <a:pt x="540" y="2927"/>
                    <a:pt x="693" y="2773"/>
                    <a:pt x="693" y="2585"/>
                  </a:cubicBezTo>
                  <a:lnTo>
                    <a:pt x="693" y="1543"/>
                  </a:lnTo>
                  <a:cubicBezTo>
                    <a:pt x="687" y="1073"/>
                    <a:pt x="1066" y="689"/>
                    <a:pt x="1536" y="689"/>
                  </a:cubicBezTo>
                  <a:cubicBezTo>
                    <a:pt x="2006" y="689"/>
                    <a:pt x="2387" y="1073"/>
                    <a:pt x="2380" y="1543"/>
                  </a:cubicBezTo>
                  <a:lnTo>
                    <a:pt x="2380" y="2585"/>
                  </a:lnTo>
                  <a:cubicBezTo>
                    <a:pt x="2380" y="2773"/>
                    <a:pt x="2534" y="2927"/>
                    <a:pt x="2722" y="2927"/>
                  </a:cubicBezTo>
                  <a:cubicBezTo>
                    <a:pt x="2912" y="2927"/>
                    <a:pt x="3066" y="2774"/>
                    <a:pt x="3066" y="2585"/>
                  </a:cubicBezTo>
                  <a:lnTo>
                    <a:pt x="3066" y="1543"/>
                  </a:lnTo>
                  <a:cubicBezTo>
                    <a:pt x="3073" y="694"/>
                    <a:pt x="2387" y="0"/>
                    <a:pt x="15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7"/>
            <p:cNvSpPr/>
            <p:nvPr/>
          </p:nvSpPr>
          <p:spPr>
            <a:xfrm>
              <a:off x="5700100" y="392375"/>
              <a:ext cx="152775" cy="59325"/>
            </a:xfrm>
            <a:custGeom>
              <a:rect b="b" l="l" r="r" t="t"/>
              <a:pathLst>
                <a:path extrusionOk="0" h="2373" w="6111">
                  <a:moveTo>
                    <a:pt x="363" y="1"/>
                  </a:moveTo>
                  <a:cubicBezTo>
                    <a:pt x="163" y="2"/>
                    <a:pt x="1" y="164"/>
                    <a:pt x="1" y="363"/>
                  </a:cubicBezTo>
                  <a:lnTo>
                    <a:pt x="1" y="2010"/>
                  </a:lnTo>
                  <a:cubicBezTo>
                    <a:pt x="1" y="2210"/>
                    <a:pt x="163" y="2372"/>
                    <a:pt x="363" y="2373"/>
                  </a:cubicBezTo>
                  <a:lnTo>
                    <a:pt x="5748" y="2373"/>
                  </a:lnTo>
                  <a:cubicBezTo>
                    <a:pt x="5948" y="2373"/>
                    <a:pt x="6110" y="2211"/>
                    <a:pt x="6111" y="2010"/>
                  </a:cubicBezTo>
                  <a:lnTo>
                    <a:pt x="6111" y="363"/>
                  </a:lnTo>
                  <a:cubicBezTo>
                    <a:pt x="6110" y="164"/>
                    <a:pt x="5948" y="2"/>
                    <a:pt x="57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7"/>
            <p:cNvSpPr/>
            <p:nvPr/>
          </p:nvSpPr>
          <p:spPr>
            <a:xfrm>
              <a:off x="5729525" y="487700"/>
              <a:ext cx="93925" cy="29200"/>
            </a:xfrm>
            <a:custGeom>
              <a:rect b="b" l="l" r="r" t="t"/>
              <a:pathLst>
                <a:path extrusionOk="0" h="1168" w="3757">
                  <a:moveTo>
                    <a:pt x="0" y="1"/>
                  </a:moveTo>
                  <a:lnTo>
                    <a:pt x="673" y="1168"/>
                  </a:lnTo>
                  <a:lnTo>
                    <a:pt x="3085" y="1168"/>
                  </a:lnTo>
                  <a:lnTo>
                    <a:pt x="37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7"/>
            <p:cNvSpPr/>
            <p:nvPr/>
          </p:nvSpPr>
          <p:spPr>
            <a:xfrm>
              <a:off x="5734650" y="496550"/>
              <a:ext cx="83700" cy="20350"/>
            </a:xfrm>
            <a:custGeom>
              <a:rect b="b" l="l" r="r" t="t"/>
              <a:pathLst>
                <a:path extrusionOk="0" h="814" w="3348">
                  <a:moveTo>
                    <a:pt x="0" y="1"/>
                  </a:moveTo>
                  <a:lnTo>
                    <a:pt x="467" y="814"/>
                  </a:lnTo>
                  <a:lnTo>
                    <a:pt x="2880" y="814"/>
                  </a:lnTo>
                  <a:lnTo>
                    <a:pt x="334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7"/>
            <p:cNvSpPr/>
            <p:nvPr/>
          </p:nvSpPr>
          <p:spPr>
            <a:xfrm>
              <a:off x="5707850" y="487700"/>
              <a:ext cx="134275" cy="195300"/>
            </a:xfrm>
            <a:custGeom>
              <a:rect b="b" l="l" r="r" t="t"/>
              <a:pathLst>
                <a:path extrusionOk="0" h="7812" w="5371">
                  <a:moveTo>
                    <a:pt x="4623" y="1"/>
                  </a:moveTo>
                  <a:lnTo>
                    <a:pt x="1586" y="4710"/>
                  </a:lnTo>
                  <a:lnTo>
                    <a:pt x="37" y="7110"/>
                  </a:lnTo>
                  <a:cubicBezTo>
                    <a:pt x="1" y="7165"/>
                    <a:pt x="42" y="7234"/>
                    <a:pt x="103" y="7234"/>
                  </a:cubicBezTo>
                  <a:cubicBezTo>
                    <a:pt x="110" y="7234"/>
                    <a:pt x="116" y="7233"/>
                    <a:pt x="124" y="7232"/>
                  </a:cubicBezTo>
                  <a:lnTo>
                    <a:pt x="857" y="7061"/>
                  </a:lnTo>
                  <a:cubicBezTo>
                    <a:pt x="863" y="7059"/>
                    <a:pt x="870" y="7059"/>
                    <a:pt x="876" y="7059"/>
                  </a:cubicBezTo>
                  <a:cubicBezTo>
                    <a:pt x="910" y="7059"/>
                    <a:pt x="942" y="7082"/>
                    <a:pt x="952" y="7117"/>
                  </a:cubicBezTo>
                  <a:lnTo>
                    <a:pt x="1142" y="7754"/>
                  </a:lnTo>
                  <a:cubicBezTo>
                    <a:pt x="1153" y="7792"/>
                    <a:pt x="1185" y="7812"/>
                    <a:pt x="1219" y="7812"/>
                  </a:cubicBezTo>
                  <a:cubicBezTo>
                    <a:pt x="1245" y="7812"/>
                    <a:pt x="1271" y="7800"/>
                    <a:pt x="1287" y="7774"/>
                  </a:cubicBezTo>
                  <a:cubicBezTo>
                    <a:pt x="1360" y="7662"/>
                    <a:pt x="3893" y="3738"/>
                    <a:pt x="5099" y="1869"/>
                  </a:cubicBezTo>
                  <a:cubicBezTo>
                    <a:pt x="5370" y="1450"/>
                    <a:pt x="5343" y="905"/>
                    <a:pt x="5033" y="514"/>
                  </a:cubicBezTo>
                  <a:lnTo>
                    <a:pt x="5032" y="514"/>
                  </a:lnTo>
                  <a:lnTo>
                    <a:pt x="46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7"/>
            <p:cNvSpPr/>
            <p:nvPr/>
          </p:nvSpPr>
          <p:spPr>
            <a:xfrm>
              <a:off x="5707850" y="487675"/>
              <a:ext cx="126775" cy="180875"/>
            </a:xfrm>
            <a:custGeom>
              <a:rect b="b" l="l" r="r" t="t"/>
              <a:pathLst>
                <a:path extrusionOk="0" h="7235" w="5071">
                  <a:moveTo>
                    <a:pt x="883" y="7059"/>
                  </a:moveTo>
                  <a:lnTo>
                    <a:pt x="882" y="7060"/>
                  </a:lnTo>
                  <a:lnTo>
                    <a:pt x="883" y="7059"/>
                  </a:lnTo>
                  <a:cubicBezTo>
                    <a:pt x="883" y="7059"/>
                    <a:pt x="883" y="7059"/>
                    <a:pt x="883" y="7059"/>
                  </a:cubicBezTo>
                  <a:close/>
                  <a:moveTo>
                    <a:pt x="4623" y="1"/>
                  </a:moveTo>
                  <a:lnTo>
                    <a:pt x="1586" y="4709"/>
                  </a:lnTo>
                  <a:lnTo>
                    <a:pt x="37" y="7110"/>
                  </a:lnTo>
                  <a:cubicBezTo>
                    <a:pt x="1" y="7165"/>
                    <a:pt x="42" y="7234"/>
                    <a:pt x="103" y="7234"/>
                  </a:cubicBezTo>
                  <a:cubicBezTo>
                    <a:pt x="110" y="7234"/>
                    <a:pt x="116" y="7233"/>
                    <a:pt x="124" y="7232"/>
                  </a:cubicBezTo>
                  <a:lnTo>
                    <a:pt x="857" y="7061"/>
                  </a:lnTo>
                  <a:cubicBezTo>
                    <a:pt x="863" y="7059"/>
                    <a:pt x="869" y="7059"/>
                    <a:pt x="876" y="7059"/>
                  </a:cubicBezTo>
                  <a:cubicBezTo>
                    <a:pt x="878" y="7059"/>
                    <a:pt x="881" y="7059"/>
                    <a:pt x="883" y="7059"/>
                  </a:cubicBezTo>
                  <a:lnTo>
                    <a:pt x="883" y="7059"/>
                  </a:lnTo>
                  <a:lnTo>
                    <a:pt x="2399" y="4710"/>
                  </a:lnTo>
                  <a:lnTo>
                    <a:pt x="5071" y="568"/>
                  </a:lnTo>
                  <a:cubicBezTo>
                    <a:pt x="5058" y="549"/>
                    <a:pt x="5045" y="532"/>
                    <a:pt x="5032" y="514"/>
                  </a:cubicBezTo>
                  <a:lnTo>
                    <a:pt x="46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7"/>
            <p:cNvSpPr/>
            <p:nvPr/>
          </p:nvSpPr>
          <p:spPr>
            <a:xfrm>
              <a:off x="5710900" y="487700"/>
              <a:ext cx="134225" cy="195325"/>
            </a:xfrm>
            <a:custGeom>
              <a:rect b="b" l="l" r="r" t="t"/>
              <a:pathLst>
                <a:path extrusionOk="0" h="7813" w="5369">
                  <a:moveTo>
                    <a:pt x="746" y="1"/>
                  </a:moveTo>
                  <a:lnTo>
                    <a:pt x="337" y="514"/>
                  </a:lnTo>
                  <a:cubicBezTo>
                    <a:pt x="27" y="905"/>
                    <a:pt x="0" y="1450"/>
                    <a:pt x="271" y="1869"/>
                  </a:cubicBezTo>
                  <a:lnTo>
                    <a:pt x="4083" y="7775"/>
                  </a:lnTo>
                  <a:cubicBezTo>
                    <a:pt x="4099" y="7801"/>
                    <a:pt x="4125" y="7813"/>
                    <a:pt x="4150" y="7813"/>
                  </a:cubicBezTo>
                  <a:cubicBezTo>
                    <a:pt x="4184" y="7813"/>
                    <a:pt x="4217" y="7792"/>
                    <a:pt x="4228" y="7754"/>
                  </a:cubicBezTo>
                  <a:lnTo>
                    <a:pt x="4419" y="7117"/>
                  </a:lnTo>
                  <a:cubicBezTo>
                    <a:pt x="4429" y="7082"/>
                    <a:pt x="4461" y="7059"/>
                    <a:pt x="4496" y="7059"/>
                  </a:cubicBezTo>
                  <a:cubicBezTo>
                    <a:pt x="4502" y="7059"/>
                    <a:pt x="4508" y="7060"/>
                    <a:pt x="4514" y="7061"/>
                  </a:cubicBezTo>
                  <a:lnTo>
                    <a:pt x="5247" y="7233"/>
                  </a:lnTo>
                  <a:cubicBezTo>
                    <a:pt x="5254" y="7234"/>
                    <a:pt x="5260" y="7235"/>
                    <a:pt x="5266" y="7235"/>
                  </a:cubicBezTo>
                  <a:cubicBezTo>
                    <a:pt x="5327" y="7235"/>
                    <a:pt x="5369" y="7165"/>
                    <a:pt x="5332" y="7110"/>
                  </a:cubicBezTo>
                  <a:lnTo>
                    <a:pt x="7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7"/>
            <p:cNvSpPr/>
            <p:nvPr/>
          </p:nvSpPr>
          <p:spPr>
            <a:xfrm>
              <a:off x="5710900" y="487700"/>
              <a:ext cx="111150" cy="195325"/>
            </a:xfrm>
            <a:custGeom>
              <a:rect b="b" l="l" r="r" t="t"/>
              <a:pathLst>
                <a:path extrusionOk="0" h="7813" w="4446">
                  <a:moveTo>
                    <a:pt x="745" y="1"/>
                  </a:moveTo>
                  <a:lnTo>
                    <a:pt x="337" y="514"/>
                  </a:lnTo>
                  <a:cubicBezTo>
                    <a:pt x="27" y="905"/>
                    <a:pt x="0" y="1450"/>
                    <a:pt x="271" y="1869"/>
                  </a:cubicBezTo>
                  <a:lnTo>
                    <a:pt x="4083" y="7775"/>
                  </a:lnTo>
                  <a:cubicBezTo>
                    <a:pt x="4099" y="7801"/>
                    <a:pt x="4125" y="7813"/>
                    <a:pt x="4150" y="7813"/>
                  </a:cubicBezTo>
                  <a:cubicBezTo>
                    <a:pt x="4184" y="7813"/>
                    <a:pt x="4217" y="7792"/>
                    <a:pt x="4228" y="7754"/>
                  </a:cubicBezTo>
                  <a:lnTo>
                    <a:pt x="4419" y="7117"/>
                  </a:lnTo>
                  <a:cubicBezTo>
                    <a:pt x="4423" y="7101"/>
                    <a:pt x="4432" y="7087"/>
                    <a:pt x="4446" y="7077"/>
                  </a:cubicBezTo>
                  <a:lnTo>
                    <a:pt x="1083" y="1869"/>
                  </a:lnTo>
                  <a:cubicBezTo>
                    <a:pt x="826" y="1470"/>
                    <a:pt x="837" y="955"/>
                    <a:pt x="1111" y="567"/>
                  </a:cubicBezTo>
                  <a:lnTo>
                    <a:pt x="7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east Cancer Case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32186B"/>
      </a:accent1>
      <a:accent2>
        <a:srgbClr val="3E2289"/>
      </a:accent2>
      <a:accent3>
        <a:srgbClr val="9290FF"/>
      </a:accent3>
      <a:accent4>
        <a:srgbClr val="F9CAE3"/>
      </a:accent4>
      <a:accent5>
        <a:srgbClr val="BF8EC0"/>
      </a:accent5>
      <a:accent6>
        <a:srgbClr val="FF8FA3"/>
      </a:accent6>
      <a:hlink>
        <a:srgbClr val="32186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